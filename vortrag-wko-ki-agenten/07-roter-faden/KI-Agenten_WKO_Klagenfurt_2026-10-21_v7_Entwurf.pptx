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6.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5" r:id="rId3"/>
    <p:sldId id="265" r:id="rId4"/>
    <p:sldId id="275" r:id="rId6"/>
    <p:sldId id="279" r:id="rId5"/>
    <p:sldId id="289" r:id="rId11"/>
    <p:sldId id="295" r:id="rId26"/>
    <p:sldId id="296" r:id="rId27"/>
    <p:sldId id="293" r:id="rId24"/>
    <p:sldId id="297" r:id="rId28"/>
    <p:sldId id="276" r:id="rId13"/>
    <p:sldId id="287" r:id="rId15"/>
    <p:sldId id="292" r:id="rId23"/>
    <p:sldId id="291" r:id="rId22"/>
    <p:sldId id="273" r:id="rId14"/>
    <p:sldId id="290" r:id="rId2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und Entwicklung" id="{A1308B49-4DE6-441A-B213-7706DFC4716B}">
          <p14:sldIdLst>
            <p14:sldId id="256"/>
            <p14:sldId id="285"/>
            <p14:sldId id="265"/>
            <p14:sldId id="275"/>
          </p14:sldIdLst>
        </p14:section>
        <p14:section name="Realität heute (belegt)" id="{15D46ABE-6B83-476F-B000-6A70D4EB0036}">
          <p14:sldIdLst>
            <p14:sldId id="279"/>
            <p14:sldId id="289"/>
            <p14:sldId id="295"/>
            <p14:sldId id="292"/>
          </p14:sldIdLst>
        </p14:section>
        <p14:section name="Ausblick (Einordnung)" id="{53253D83-6F4F-4DDB-BAA4-F7BDEB96DA12}">
          <p14:sldIdLst>
            <p14:sldId id="296"/>
            <p14:sldId id="291"/>
          </p14:sldIdLst>
        </p14:section>
        <p14:section name="Mensch im Zentrum und Abschluss" id="{34EF03C0-B726-46D1-83EF-F11F923DB97B}">
          <p14:sldIdLst>
            <p14:sldId id="293"/>
            <p14:sldId id="276"/>
            <p14:sldId id="273"/>
            <p14:sldId id="287"/>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7757"/>
    <a:srgbClr val="2A2A3A"/>
    <a:srgbClr val="F0904E"/>
    <a:srgbClr val="00D4AA"/>
    <a:srgbClr val="333345"/>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21" d="100"/>
          <a:sy n="121" d="100"/>
        </p:scale>
        <p:origin x="108" y="198"/>
      </p:cViewPr>
      <p:guideLst/>
    </p:cSldViewPr>
  </p:slid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4.xml"/><Relationship Id="rId11" Type="http://schemas.openxmlformats.org/officeDocument/2006/relationships/slide" Target="slides/slide6.xml"/><Relationship Id="rId12" Type="http://schemas.openxmlformats.org/officeDocument/2006/relationships/notesMaster" Target="notesMasters/notesMaster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microsoft.com/office/2016/11/relationships/changesInfo" Target="changesInfos/changesInfo1.xml"/><Relationship Id="rId21" Type="http://schemas.openxmlformats.org/officeDocument/2006/relationships/slide" Target="slides/slide15.xml"/><Relationship Id="rId22" Type="http://schemas.openxmlformats.org/officeDocument/2006/relationships/slide" Target="slides/slide10.xml"/><Relationship Id="rId23" Type="http://schemas.openxmlformats.org/officeDocument/2006/relationships/slide" Target="slides/slide8.xml"/><Relationship Id="rId24" Type="http://schemas.openxmlformats.org/officeDocument/2006/relationships/slide" Target="slides/slide11.xml"/><Relationship Id="rId26" Type="http://schemas.openxmlformats.org/officeDocument/2006/relationships/slide" Target="slides/slide7.xml"/><Relationship Id="rId27" Type="http://schemas.openxmlformats.org/officeDocument/2006/relationships/slide" Target="slides/slide9.xml"/>  <Relationship Id="rId28" Type="http://schemas.openxmlformats.org/officeDocument/2006/relationships/slide" Target="slides/slide16.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th Michael" userId="7e87037c-c18e-431e-8be4-0058b3a0bd26" providerId="ADAL" clId="{38636705-6887-4998-A425-8F90B230AB08}"/>
    <pc:docChg chg="undo redo custSel addSld delSld modSld sldOrd modMainMaster delSection modSection">
      <pc:chgData name="Roth Michael" userId="7e87037c-c18e-431e-8be4-0058b3a0bd26" providerId="ADAL" clId="{38636705-6887-4998-A425-8F90B230AB08}" dt="2026-04-21T11:51:50.723" v="3068" actId="1076"/>
      <pc:docMkLst>
        <pc:docMk/>
      </pc:docMkLst>
      <pc:sldChg chg="addSp delSp modSp mod modTransition">
        <pc:chgData name="Roth Michael" userId="7e87037c-c18e-431e-8be4-0058b3a0bd26" providerId="ADAL" clId="{38636705-6887-4998-A425-8F90B230AB08}" dt="2026-04-21T11:51:50.723" v="3068" actId="1076"/>
        <pc:sldMkLst>
          <pc:docMk/>
          <pc:sldMk cId="2354695844" sldId="256"/>
        </pc:sldMkLst>
        <pc:spChg chg="add del">
          <ac:chgData name="Roth Michael" userId="7e87037c-c18e-431e-8be4-0058b3a0bd26" providerId="ADAL" clId="{38636705-6887-4998-A425-8F90B230AB08}" dt="2026-04-20T11:44:40.898" v="2216"/>
          <ac:spMkLst>
            <pc:docMk/>
            <pc:sldMk cId="2354695844" sldId="256"/>
            <ac:spMk id="2" creationId="{72B4B8D3-8B6C-4A54-82F8-D48BDBC24DAD}"/>
          </ac:spMkLst>
        </pc:spChg>
        <pc:spChg chg="add del">
          <ac:chgData name="Roth Michael" userId="7e87037c-c18e-431e-8be4-0058b3a0bd26" providerId="ADAL" clId="{38636705-6887-4998-A425-8F90B230AB08}" dt="2026-04-20T11:44:46.153" v="2218" actId="478"/>
          <ac:spMkLst>
            <pc:docMk/>
            <pc:sldMk cId="2354695844" sldId="256"/>
            <ac:spMk id="4" creationId="{914B00C9-FE9A-4CD2-B1AD-73920DA0B1EF}"/>
          </ac:spMkLst>
        </pc:spChg>
        <pc:spChg chg="mod">
          <ac:chgData name="Roth Michael" userId="7e87037c-c18e-431e-8be4-0058b3a0bd26" providerId="ADAL" clId="{38636705-6887-4998-A425-8F90B230AB08}" dt="2026-04-20T09:00:41.907" v="2043" actId="20577"/>
          <ac:spMkLst>
            <pc:docMk/>
            <pc:sldMk cId="2354695844" sldId="256"/>
            <ac:spMk id="8" creationId="{DAEB1B0D-1BD0-45D6-9748-552E2C4D869F}"/>
          </ac:spMkLst>
        </pc:spChg>
        <pc:spChg chg="mod">
          <ac:chgData name="Roth Michael" userId="7e87037c-c18e-431e-8be4-0058b3a0bd26" providerId="ADAL" clId="{38636705-6887-4998-A425-8F90B230AB08}" dt="2026-04-17T09:18:02.084" v="1488" actId="207"/>
          <ac:spMkLst>
            <pc:docMk/>
            <pc:sldMk cId="2354695844" sldId="256"/>
            <ac:spMk id="9" creationId="{F11C2461-C624-42D6-82BC-1ADDCD2DA3F7}"/>
          </ac:spMkLst>
        </pc:spChg>
        <pc:spChg chg="mod">
          <ac:chgData name="Roth Michael" userId="7e87037c-c18e-431e-8be4-0058b3a0bd26" providerId="ADAL" clId="{38636705-6887-4998-A425-8F90B230AB08}" dt="2026-04-21T11:47:20.703" v="3034" actId="1076"/>
          <ac:spMkLst>
            <pc:docMk/>
            <pc:sldMk cId="2354695844" sldId="256"/>
            <ac:spMk id="10" creationId="{8DD9827C-9B16-47BE-9C3C-3A556F098E5D}"/>
          </ac:spMkLst>
        </pc:spChg>
        <pc:spChg chg="mod">
          <ac:chgData name="Roth Michael" userId="7e87037c-c18e-431e-8be4-0058b3a0bd26" providerId="ADAL" clId="{38636705-6887-4998-A425-8F90B230AB08}" dt="2026-04-21T11:51:31.159" v="3066" actId="255"/>
          <ac:spMkLst>
            <pc:docMk/>
            <pc:sldMk cId="2354695844" sldId="256"/>
            <ac:spMk id="11" creationId="{C8500A40-16AD-4D99-A4C5-1796F049642B}"/>
          </ac:spMkLst>
        </pc:spChg>
        <pc:spChg chg="mod">
          <ac:chgData name="Roth Michael" userId="7e87037c-c18e-431e-8be4-0058b3a0bd26" providerId="ADAL" clId="{38636705-6887-4998-A425-8F90B230AB08}" dt="2026-04-20T11:42:49.882" v="2214" actId="1076"/>
          <ac:spMkLst>
            <pc:docMk/>
            <pc:sldMk cId="2354695844" sldId="256"/>
            <ac:spMk id="12" creationId="{D770AE11-B795-4D93-932A-4E7D17DEB946}"/>
          </ac:spMkLst>
        </pc:spChg>
        <pc:picChg chg="add mod ord">
          <ac:chgData name="Roth Michael" userId="7e87037c-c18e-431e-8be4-0058b3a0bd26" providerId="ADAL" clId="{38636705-6887-4998-A425-8F90B230AB08}" dt="2026-04-20T11:42:19.646" v="2213" actId="208"/>
          <ac:picMkLst>
            <pc:docMk/>
            <pc:sldMk cId="2354695844" sldId="256"/>
            <ac:picMk id="3" creationId="{916AF071-CD4A-4AB3-A4EC-CDBFD4E71A88}"/>
          </ac:picMkLst>
        </pc:picChg>
        <pc:picChg chg="add mod">
          <ac:chgData name="Roth Michael" userId="7e87037c-c18e-431e-8be4-0058b3a0bd26" providerId="ADAL" clId="{38636705-6887-4998-A425-8F90B230AB08}" dt="2026-04-15T11:01:54.350" v="176" actId="1038"/>
          <ac:picMkLst>
            <pc:docMk/>
            <pc:sldMk cId="2354695844" sldId="256"/>
            <ac:picMk id="5" creationId="{6FB729E7-F8CF-495E-A295-8767D80345F7}"/>
          </ac:picMkLst>
        </pc:picChg>
        <pc:picChg chg="add del mod">
          <ac:chgData name="Roth Michael" userId="7e87037c-c18e-431e-8be4-0058b3a0bd26" providerId="ADAL" clId="{38636705-6887-4998-A425-8F90B230AB08}" dt="2026-04-20T11:48:36.364" v="2222" actId="21"/>
          <ac:picMkLst>
            <pc:docMk/>
            <pc:sldMk cId="2354695844" sldId="256"/>
            <ac:picMk id="7" creationId="{37F62F9B-C470-40C0-813F-7E061AE6908B}"/>
          </ac:picMkLst>
        </pc:picChg>
        <pc:picChg chg="add del mod">
          <ac:chgData name="Roth Michael" userId="7e87037c-c18e-431e-8be4-0058b3a0bd26" providerId="ADAL" clId="{38636705-6887-4998-A425-8F90B230AB08}" dt="2026-04-20T11:57:18.867" v="2240" actId="21"/>
          <ac:picMkLst>
            <pc:docMk/>
            <pc:sldMk cId="2354695844" sldId="256"/>
            <ac:picMk id="13" creationId="{92D3BF92-FE04-4970-9BC9-2438C8C03589}"/>
          </ac:picMkLst>
        </pc:picChg>
        <pc:picChg chg="add mod">
          <ac:chgData name="Roth Michael" userId="7e87037c-c18e-431e-8be4-0058b3a0bd26" providerId="ADAL" clId="{38636705-6887-4998-A425-8F90B230AB08}" dt="2026-04-21T11:51:50.723" v="3068" actId="1076"/>
          <ac:picMkLst>
            <pc:docMk/>
            <pc:sldMk cId="2354695844" sldId="256"/>
            <ac:picMk id="14" creationId="{6CD2F705-E8DF-46E7-A3E7-3437D1D95C9E}"/>
          </ac:picMkLst>
        </pc:picChg>
        <pc:picChg chg="del">
          <ac:chgData name="Roth Michael" userId="7e87037c-c18e-431e-8be4-0058b3a0bd26" providerId="ADAL" clId="{38636705-6887-4998-A425-8F90B230AB08}" dt="2026-04-15T10:57:53.694" v="4" actId="478"/>
          <ac:picMkLst>
            <pc:docMk/>
            <pc:sldMk cId="2354695844" sldId="256"/>
            <ac:picMk id="16" creationId="{98703122-4FDE-42C0-A907-0C0D2FE68885}"/>
          </ac:picMkLst>
        </pc:picChg>
        <pc:picChg chg="add del mod">
          <ac:chgData name="Roth Michael" userId="7e87037c-c18e-431e-8be4-0058b3a0bd26" providerId="ADAL" clId="{38636705-6887-4998-A425-8F90B230AB08}" dt="2026-04-20T11:49:25.079" v="2232" actId="478"/>
          <ac:picMkLst>
            <pc:docMk/>
            <pc:sldMk cId="2354695844" sldId="256"/>
            <ac:picMk id="16" creationId="{98CB9EB0-CFD0-49E0-9E48-0F9289B1F020}"/>
          </ac:picMkLst>
        </pc:picChg>
        <pc:picChg chg="add del mod">
          <ac:chgData name="Roth Michael" userId="7e87037c-c18e-431e-8be4-0058b3a0bd26" providerId="ADAL" clId="{38636705-6887-4998-A425-8F90B230AB08}" dt="2026-04-20T12:00:42.326" v="2256" actId="478"/>
          <ac:picMkLst>
            <pc:docMk/>
            <pc:sldMk cId="2354695844" sldId="256"/>
            <ac:picMk id="17" creationId="{94050E8E-1432-4B72-9953-FCF97D79AB12}"/>
          </ac:picMkLst>
        </pc:picChg>
        <pc:picChg chg="add mod">
          <ac:chgData name="Roth Michael" userId="7e87037c-c18e-431e-8be4-0058b3a0bd26" providerId="ADAL" clId="{38636705-6887-4998-A425-8F90B230AB08}" dt="2026-04-21T11:51:19.983" v="3065" actId="1036"/>
          <ac:picMkLst>
            <pc:docMk/>
            <pc:sldMk cId="2354695844" sldId="256"/>
            <ac:picMk id="1026" creationId="{40C7A8D4-ACEC-4A49-805B-0EE1318AAC7B}"/>
          </ac:picMkLst>
        </pc:picChg>
        <pc:picChg chg="add del">
          <ac:chgData name="Roth Michael" userId="7e87037c-c18e-431e-8be4-0058b3a0bd26" providerId="ADAL" clId="{38636705-6887-4998-A425-8F90B230AB08}" dt="2026-04-20T11:40:42.306" v="2204" actId="478"/>
          <ac:picMkLst>
            <pc:docMk/>
            <pc:sldMk cId="2354695844" sldId="256"/>
            <ac:picMk id="1026" creationId="{64585A37-212A-4279-976C-143D395D518E}"/>
          </ac:picMkLst>
        </pc:picChg>
        <pc:picChg chg="add del">
          <ac:chgData name="Roth Michael" userId="7e87037c-c18e-431e-8be4-0058b3a0bd26" providerId="ADAL" clId="{38636705-6887-4998-A425-8F90B230AB08}" dt="2026-04-20T11:40:51.731" v="2206" actId="478"/>
          <ac:picMkLst>
            <pc:docMk/>
            <pc:sldMk cId="2354695844" sldId="256"/>
            <ac:picMk id="1028" creationId="{EBCC8156-8A11-4A52-BBA7-8ABD9B32CD41}"/>
          </ac:picMkLst>
        </pc:picChg>
        <pc:picChg chg="add del mod">
          <ac:chgData name="Roth Michael" userId="7e87037c-c18e-431e-8be4-0058b3a0bd26" providerId="ADAL" clId="{38636705-6887-4998-A425-8F90B230AB08}" dt="2026-04-20T11:41:32.970" v="2209" actId="478"/>
          <ac:picMkLst>
            <pc:docMk/>
            <pc:sldMk cId="2354695844" sldId="256"/>
            <ac:picMk id="1030" creationId="{F2BFDEC0-5EF8-4F95-97E1-A63A3B47D03B}"/>
          </ac:picMkLst>
        </pc:picChg>
      </pc:sldChg>
      <pc:sldChg chg="del">
        <pc:chgData name="Roth Michael" userId="7e87037c-c18e-431e-8be4-0058b3a0bd26" providerId="ADAL" clId="{38636705-6887-4998-A425-8F90B230AB08}" dt="2026-04-15T11:33:59.027" v="215" actId="47"/>
        <pc:sldMkLst>
          <pc:docMk/>
          <pc:sldMk cId="1502224531" sldId="257"/>
        </pc:sldMkLst>
      </pc:sldChg>
      <pc:sldChg chg="del">
        <pc:chgData name="Roth Michael" userId="7e87037c-c18e-431e-8be4-0058b3a0bd26" providerId="ADAL" clId="{38636705-6887-4998-A425-8F90B230AB08}" dt="2026-04-15T11:34:49.812" v="216" actId="47"/>
        <pc:sldMkLst>
          <pc:docMk/>
          <pc:sldMk cId="3304876516" sldId="258"/>
        </pc:sldMkLst>
      </pc:sldChg>
      <pc:sldChg chg="del">
        <pc:chgData name="Roth Michael" userId="7e87037c-c18e-431e-8be4-0058b3a0bd26" providerId="ADAL" clId="{38636705-6887-4998-A425-8F90B230AB08}" dt="2026-04-15T11:33:59.027" v="215" actId="47"/>
        <pc:sldMkLst>
          <pc:docMk/>
          <pc:sldMk cId="1167830144" sldId="259"/>
        </pc:sldMkLst>
      </pc:sldChg>
      <pc:sldChg chg="del">
        <pc:chgData name="Roth Michael" userId="7e87037c-c18e-431e-8be4-0058b3a0bd26" providerId="ADAL" clId="{38636705-6887-4998-A425-8F90B230AB08}" dt="2026-04-15T11:34:49.812" v="216" actId="47"/>
        <pc:sldMkLst>
          <pc:docMk/>
          <pc:sldMk cId="847884675" sldId="260"/>
        </pc:sldMkLst>
      </pc:sldChg>
      <pc:sldChg chg="del">
        <pc:chgData name="Roth Michael" userId="7e87037c-c18e-431e-8be4-0058b3a0bd26" providerId="ADAL" clId="{38636705-6887-4998-A425-8F90B230AB08}" dt="2026-04-15T11:34:49.812" v="216" actId="47"/>
        <pc:sldMkLst>
          <pc:docMk/>
          <pc:sldMk cId="1922427326" sldId="261"/>
        </pc:sldMkLst>
      </pc:sldChg>
      <pc:sldChg chg="del">
        <pc:chgData name="Roth Michael" userId="7e87037c-c18e-431e-8be4-0058b3a0bd26" providerId="ADAL" clId="{38636705-6887-4998-A425-8F90B230AB08}" dt="2026-04-15T11:34:52.560" v="217" actId="47"/>
        <pc:sldMkLst>
          <pc:docMk/>
          <pc:sldMk cId="1562936715" sldId="262"/>
        </pc:sldMkLst>
      </pc:sldChg>
      <pc:sldChg chg="del">
        <pc:chgData name="Roth Michael" userId="7e87037c-c18e-431e-8be4-0058b3a0bd26" providerId="ADAL" clId="{38636705-6887-4998-A425-8F90B230AB08}" dt="2026-04-15T10:57:22.006" v="1" actId="47"/>
        <pc:sldMkLst>
          <pc:docMk/>
          <pc:sldMk cId="104715044" sldId="263"/>
        </pc:sldMkLst>
      </pc:sldChg>
      <pc:sldChg chg="addSp delSp modSp del mod ord modTransition">
        <pc:chgData name="Roth Michael" userId="7e87037c-c18e-431e-8be4-0058b3a0bd26" providerId="ADAL" clId="{38636705-6887-4998-A425-8F90B230AB08}" dt="2026-04-20T15:48:41.188" v="2653" actId="47"/>
        <pc:sldMkLst>
          <pc:docMk/>
          <pc:sldMk cId="1610743355" sldId="264"/>
        </pc:sldMkLst>
        <pc:spChg chg="del">
          <ac:chgData name="Roth Michael" userId="7e87037c-c18e-431e-8be4-0058b3a0bd26" providerId="ADAL" clId="{38636705-6887-4998-A425-8F90B230AB08}" dt="2026-04-15T12:50:32.220" v="660" actId="478"/>
          <ac:spMkLst>
            <pc:docMk/>
            <pc:sldMk cId="1610743355" sldId="264"/>
            <ac:spMk id="20" creationId="{42FCBE67-F929-46DF-BEE6-E29F0B4B0CEB}"/>
          </ac:spMkLst>
        </pc:spChg>
        <pc:picChg chg="del">
          <ac:chgData name="Roth Michael" userId="7e87037c-c18e-431e-8be4-0058b3a0bd26" providerId="ADAL" clId="{38636705-6887-4998-A425-8F90B230AB08}" dt="2026-04-15T12:50:30.643" v="659" actId="478"/>
          <ac:picMkLst>
            <pc:docMk/>
            <pc:sldMk cId="1610743355" sldId="264"/>
            <ac:picMk id="3" creationId="{4E9BCFDA-9E2A-4E59-91B9-0F658759D2D1}"/>
          </ac:picMkLst>
        </pc:picChg>
        <pc:picChg chg="add del mod">
          <ac:chgData name="Roth Michael" userId="7e87037c-c18e-431e-8be4-0058b3a0bd26" providerId="ADAL" clId="{38636705-6887-4998-A425-8F90B230AB08}" dt="2026-04-20T07:52:19.822" v="1497" actId="478"/>
          <ac:picMkLst>
            <pc:docMk/>
            <pc:sldMk cId="1610743355" sldId="264"/>
            <ac:picMk id="3" creationId="{AF66E594-1498-4025-96E7-61D670DBD52B}"/>
          </ac:picMkLst>
        </pc:picChg>
        <pc:picChg chg="add del mod ord">
          <ac:chgData name="Roth Michael" userId="7e87037c-c18e-431e-8be4-0058b3a0bd26" providerId="ADAL" clId="{38636705-6887-4998-A425-8F90B230AB08}" dt="2026-04-15T12:55:06.467" v="685" actId="478"/>
          <ac:picMkLst>
            <pc:docMk/>
            <pc:sldMk cId="1610743355" sldId="264"/>
            <ac:picMk id="4" creationId="{94B99674-0F3E-485F-833C-D56B2D73DFC5}"/>
          </ac:picMkLst>
        </pc:picChg>
        <pc:picChg chg="add del mod">
          <ac:chgData name="Roth Michael" userId="7e87037c-c18e-431e-8be4-0058b3a0bd26" providerId="ADAL" clId="{38636705-6887-4998-A425-8F90B230AB08}" dt="2026-04-20T07:52:29.916" v="1499" actId="478"/>
          <ac:picMkLst>
            <pc:docMk/>
            <pc:sldMk cId="1610743355" sldId="264"/>
            <ac:picMk id="5" creationId="{6230A273-87AC-41A6-BC28-7FB01CAD9EF6}"/>
          </ac:picMkLst>
        </pc:picChg>
        <pc:picChg chg="add del mod">
          <ac:chgData name="Roth Michael" userId="7e87037c-c18e-431e-8be4-0058b3a0bd26" providerId="ADAL" clId="{38636705-6887-4998-A425-8F90B230AB08}" dt="2026-04-15T12:54:08.344" v="673" actId="478"/>
          <ac:picMkLst>
            <pc:docMk/>
            <pc:sldMk cId="1610743355" sldId="264"/>
            <ac:picMk id="6" creationId="{1C5F0DAB-DD58-417E-8BF3-4A56C583675E}"/>
          </ac:picMkLst>
        </pc:picChg>
        <pc:picChg chg="add mod ord">
          <ac:chgData name="Roth Michael" userId="7e87037c-c18e-431e-8be4-0058b3a0bd26" providerId="ADAL" clId="{38636705-6887-4998-A425-8F90B230AB08}" dt="2026-04-20T07:53:00.817" v="1504" actId="1076"/>
          <ac:picMkLst>
            <pc:docMk/>
            <pc:sldMk cId="1610743355" sldId="264"/>
            <ac:picMk id="7" creationId="{288F6F6F-6D94-483C-8F47-DEB7A21533C9}"/>
          </ac:picMkLst>
        </pc:picChg>
        <pc:picChg chg="add del mod">
          <ac:chgData name="Roth Michael" userId="7e87037c-c18e-431e-8be4-0058b3a0bd26" providerId="ADAL" clId="{38636705-6887-4998-A425-8F90B230AB08}" dt="2026-04-15T12:54:07.504" v="672" actId="478"/>
          <ac:picMkLst>
            <pc:docMk/>
            <pc:sldMk cId="1610743355" sldId="264"/>
            <ac:picMk id="8" creationId="{F196657D-8DEB-421D-B512-AD8A48E4F23D}"/>
          </ac:picMkLst>
        </pc:picChg>
        <pc:picChg chg="add del mod">
          <ac:chgData name="Roth Michael" userId="7e87037c-c18e-431e-8be4-0058b3a0bd26" providerId="ADAL" clId="{38636705-6887-4998-A425-8F90B230AB08}" dt="2026-04-20T07:54:04.799" v="1515" actId="478"/>
          <ac:picMkLst>
            <pc:docMk/>
            <pc:sldMk cId="1610743355" sldId="264"/>
            <ac:picMk id="9" creationId="{4C9A88F1-7B52-4134-B9B1-AA54E1A9F935}"/>
          </ac:picMkLst>
        </pc:picChg>
        <pc:picChg chg="add del mod">
          <ac:chgData name="Roth Michael" userId="7e87037c-c18e-431e-8be4-0058b3a0bd26" providerId="ADAL" clId="{38636705-6887-4998-A425-8F90B230AB08}" dt="2026-04-15T12:54:06.386" v="671" actId="478"/>
          <ac:picMkLst>
            <pc:docMk/>
            <pc:sldMk cId="1610743355" sldId="264"/>
            <ac:picMk id="10" creationId="{8F9553C6-58CC-42C2-A371-EDACF2040175}"/>
          </ac:picMkLst>
        </pc:picChg>
        <pc:picChg chg="add del mod">
          <ac:chgData name="Roth Michael" userId="7e87037c-c18e-431e-8be4-0058b3a0bd26" providerId="ADAL" clId="{38636705-6887-4998-A425-8F90B230AB08}" dt="2026-04-20T07:54:03.710" v="1514" actId="478"/>
          <ac:picMkLst>
            <pc:docMk/>
            <pc:sldMk cId="1610743355" sldId="264"/>
            <ac:picMk id="11" creationId="{CBD1D279-42A4-47E8-950B-9A710090E7B0}"/>
          </ac:picMkLst>
        </pc:picChg>
        <pc:picChg chg="add del mod">
          <ac:chgData name="Roth Michael" userId="7e87037c-c18e-431e-8be4-0058b3a0bd26" providerId="ADAL" clId="{38636705-6887-4998-A425-8F90B230AB08}" dt="2026-04-20T07:51:19.647" v="1495" actId="478"/>
          <ac:picMkLst>
            <pc:docMk/>
            <pc:sldMk cId="1610743355" sldId="264"/>
            <ac:picMk id="12" creationId="{96BFB2BA-AA8A-442B-9339-99D7ED63C695}"/>
          </ac:picMkLst>
        </pc:picChg>
        <pc:picChg chg="add del mod">
          <ac:chgData name="Roth Michael" userId="7e87037c-c18e-431e-8be4-0058b3a0bd26" providerId="ADAL" clId="{38636705-6887-4998-A425-8F90B230AB08}" dt="2026-04-20T07:54:01.768" v="1513" actId="478"/>
          <ac:picMkLst>
            <pc:docMk/>
            <pc:sldMk cId="1610743355" sldId="264"/>
            <ac:picMk id="14" creationId="{54E860C1-A183-49F0-A4B8-77D4D299CA54}"/>
          </ac:picMkLst>
        </pc:picChg>
        <pc:picChg chg="add del mod">
          <ac:chgData name="Roth Michael" userId="7e87037c-c18e-431e-8be4-0058b3a0bd26" providerId="ADAL" clId="{38636705-6887-4998-A425-8F90B230AB08}" dt="2026-04-20T07:54:00.533" v="1512" actId="478"/>
          <ac:picMkLst>
            <pc:docMk/>
            <pc:sldMk cId="1610743355" sldId="264"/>
            <ac:picMk id="20" creationId="{BA8C3B76-4629-4933-8F96-A853DEDED157}"/>
          </ac:picMkLst>
        </pc:picChg>
        <pc:picChg chg="add del mod">
          <ac:chgData name="Roth Michael" userId="7e87037c-c18e-431e-8be4-0058b3a0bd26" providerId="ADAL" clId="{38636705-6887-4998-A425-8F90B230AB08}" dt="2026-04-20T07:53:59.381" v="1511" actId="478"/>
          <ac:picMkLst>
            <pc:docMk/>
            <pc:sldMk cId="1610743355" sldId="264"/>
            <ac:picMk id="22" creationId="{2D249FA9-F6D2-47C0-8047-A6835E15F9AE}"/>
          </ac:picMkLst>
        </pc:picChg>
        <pc:picChg chg="add del mod">
          <ac:chgData name="Roth Michael" userId="7e87037c-c18e-431e-8be4-0058b3a0bd26" providerId="ADAL" clId="{38636705-6887-4998-A425-8F90B230AB08}" dt="2026-04-20T07:53:49.409" v="1508" actId="478"/>
          <ac:picMkLst>
            <pc:docMk/>
            <pc:sldMk cId="1610743355" sldId="264"/>
            <ac:picMk id="24" creationId="{2684F337-148C-4A60-979E-63210811E720}"/>
          </ac:picMkLst>
        </pc:picChg>
        <pc:picChg chg="add del mod">
          <ac:chgData name="Roth Michael" userId="7e87037c-c18e-431e-8be4-0058b3a0bd26" providerId="ADAL" clId="{38636705-6887-4998-A425-8F90B230AB08}" dt="2026-04-20T07:53:47.331" v="1507" actId="478"/>
          <ac:picMkLst>
            <pc:docMk/>
            <pc:sldMk cId="1610743355" sldId="264"/>
            <ac:picMk id="26" creationId="{E7A3ECA2-7054-4018-B22E-3116545A29A1}"/>
          </ac:picMkLst>
        </pc:picChg>
      </pc:sldChg>
      <pc:sldChg chg="addSp delSp modSp new mod modTransition modAnim">
        <pc:chgData name="Roth Michael" userId="7e87037c-c18e-431e-8be4-0058b3a0bd26" providerId="ADAL" clId="{38636705-6887-4998-A425-8F90B230AB08}" dt="2026-04-20T17:07:25.649" v="2737" actId="20577"/>
        <pc:sldMkLst>
          <pc:docMk/>
          <pc:sldMk cId="2415298160" sldId="265"/>
        </pc:sldMkLst>
        <pc:spChg chg="mod">
          <ac:chgData name="Roth Michael" userId="7e87037c-c18e-431e-8be4-0058b3a0bd26" providerId="ADAL" clId="{38636705-6887-4998-A425-8F90B230AB08}" dt="2026-04-15T11:58:31.498" v="233" actId="179"/>
          <ac:spMkLst>
            <pc:docMk/>
            <pc:sldMk cId="2415298160" sldId="265"/>
            <ac:spMk id="2" creationId="{BC0412A8-C89B-4F44-8CFC-173A8F87B0E0}"/>
          </ac:spMkLst>
        </pc:spChg>
        <pc:spChg chg="add del mod">
          <ac:chgData name="Roth Michael" userId="7e87037c-c18e-431e-8be4-0058b3a0bd26" providerId="ADAL" clId="{38636705-6887-4998-A425-8F90B230AB08}" dt="2026-04-15T12:07:35.220" v="247" actId="478"/>
          <ac:spMkLst>
            <pc:docMk/>
            <pc:sldMk cId="2415298160" sldId="265"/>
            <ac:spMk id="3" creationId="{ACBE40A6-E95B-4D3F-BB04-059CC8204E47}"/>
          </ac:spMkLst>
        </pc:spChg>
        <pc:spChg chg="add del mod">
          <ac:chgData name="Roth Michael" userId="7e87037c-c18e-431e-8be4-0058b3a0bd26" providerId="ADAL" clId="{38636705-6887-4998-A425-8F90B230AB08}" dt="2026-04-15T14:44:14.072" v="902" actId="478"/>
          <ac:spMkLst>
            <pc:docMk/>
            <pc:sldMk cId="2415298160" sldId="265"/>
            <ac:spMk id="4" creationId="{A71D445F-822A-4C1A-AC5F-59859746E7A6}"/>
          </ac:spMkLst>
        </pc:spChg>
        <pc:spChg chg="add mod">
          <ac:chgData name="Roth Michael" userId="7e87037c-c18e-431e-8be4-0058b3a0bd26" providerId="ADAL" clId="{38636705-6887-4998-A425-8F90B230AB08}" dt="2026-04-20T08:01:22.086" v="1553" actId="408"/>
          <ac:spMkLst>
            <pc:docMk/>
            <pc:sldMk cId="2415298160" sldId="265"/>
            <ac:spMk id="5" creationId="{2BA1F8C0-DF86-4604-A61D-66A07189252B}"/>
          </ac:spMkLst>
        </pc:spChg>
        <pc:spChg chg="add del mod">
          <ac:chgData name="Roth Michael" userId="7e87037c-c18e-431e-8be4-0058b3a0bd26" providerId="ADAL" clId="{38636705-6887-4998-A425-8F90B230AB08}" dt="2026-04-15T12:11:53.381" v="319" actId="478"/>
          <ac:spMkLst>
            <pc:docMk/>
            <pc:sldMk cId="2415298160" sldId="265"/>
            <ac:spMk id="6" creationId="{1D983E0F-9DCD-4D8C-90E9-FDEC2304DDAF}"/>
          </ac:spMkLst>
        </pc:spChg>
        <pc:spChg chg="add del mod">
          <ac:chgData name="Roth Michael" userId="7e87037c-c18e-431e-8be4-0058b3a0bd26" providerId="ADAL" clId="{38636705-6887-4998-A425-8F90B230AB08}" dt="2026-04-15T12:07:36.567" v="248" actId="478"/>
          <ac:spMkLst>
            <pc:docMk/>
            <pc:sldMk cId="2415298160" sldId="265"/>
            <ac:spMk id="7" creationId="{815B2298-1A75-4D78-875C-ABA36C0A470B}"/>
          </ac:spMkLst>
        </pc:spChg>
        <pc:spChg chg="add del mod">
          <ac:chgData name="Roth Michael" userId="7e87037c-c18e-431e-8be4-0058b3a0bd26" providerId="ADAL" clId="{38636705-6887-4998-A425-8F90B230AB08}" dt="2026-04-15T14:44:14.072" v="902" actId="478"/>
          <ac:spMkLst>
            <pc:docMk/>
            <pc:sldMk cId="2415298160" sldId="265"/>
            <ac:spMk id="8" creationId="{40DF8707-F529-4D2B-B4E4-E179C075196E}"/>
          </ac:spMkLst>
        </pc:spChg>
        <pc:spChg chg="add mod">
          <ac:chgData name="Roth Michael" userId="7e87037c-c18e-431e-8be4-0058b3a0bd26" providerId="ADAL" clId="{38636705-6887-4998-A425-8F90B230AB08}" dt="2026-04-20T08:01:28.702" v="1554" actId="465"/>
          <ac:spMkLst>
            <pc:docMk/>
            <pc:sldMk cId="2415298160" sldId="265"/>
            <ac:spMk id="9" creationId="{EF8AC9F9-77DE-4EC2-B84D-67F606DA6AB1}"/>
          </ac:spMkLst>
        </pc:spChg>
        <pc:spChg chg="add del mod">
          <ac:chgData name="Roth Michael" userId="7e87037c-c18e-431e-8be4-0058b3a0bd26" providerId="ADAL" clId="{38636705-6887-4998-A425-8F90B230AB08}" dt="2026-04-15T12:12:40.409" v="337" actId="478"/>
          <ac:spMkLst>
            <pc:docMk/>
            <pc:sldMk cId="2415298160" sldId="265"/>
            <ac:spMk id="10" creationId="{2CF3039B-74ED-4CD0-9501-9B81391DE574}"/>
          </ac:spMkLst>
        </pc:spChg>
        <pc:spChg chg="mod">
          <ac:chgData name="Roth Michael" userId="7e87037c-c18e-431e-8be4-0058b3a0bd26" providerId="ADAL" clId="{38636705-6887-4998-A425-8F90B230AB08}" dt="2026-04-17T09:03:10.376" v="1435" actId="27803"/>
          <ac:spMkLst>
            <pc:docMk/>
            <pc:sldMk cId="2415298160" sldId="265"/>
            <ac:spMk id="10" creationId="{3D15A390-5F80-4A4D-98D8-97DAF8471A3D}"/>
          </ac:spMkLst>
        </pc:spChg>
        <pc:spChg chg="add mod">
          <ac:chgData name="Roth Michael" userId="7e87037c-c18e-431e-8be4-0058b3a0bd26" providerId="ADAL" clId="{38636705-6887-4998-A425-8F90B230AB08}" dt="2026-04-20T17:07:25.649" v="2737" actId="20577"/>
          <ac:spMkLst>
            <pc:docMk/>
            <pc:sldMk cId="2415298160" sldId="265"/>
            <ac:spMk id="10" creationId="{842F6C34-E44B-45EF-BEDE-B8E3BAEF8C88}"/>
          </ac:spMkLst>
        </pc:spChg>
        <pc:spChg chg="add del mod">
          <ac:chgData name="Roth Michael" userId="7e87037c-c18e-431e-8be4-0058b3a0bd26" providerId="ADAL" clId="{38636705-6887-4998-A425-8F90B230AB08}" dt="2026-04-15T12:07:37.434" v="249" actId="478"/>
          <ac:spMkLst>
            <pc:docMk/>
            <pc:sldMk cId="2415298160" sldId="265"/>
            <ac:spMk id="11" creationId="{62034C1F-9AD3-4BE0-8B6F-B36CBFBEBD4F}"/>
          </ac:spMkLst>
        </pc:spChg>
        <pc:spChg chg="add del mod">
          <ac:chgData name="Roth Michael" userId="7e87037c-c18e-431e-8be4-0058b3a0bd26" providerId="ADAL" clId="{38636705-6887-4998-A425-8F90B230AB08}" dt="2026-04-15T14:44:14.072" v="902" actId="478"/>
          <ac:spMkLst>
            <pc:docMk/>
            <pc:sldMk cId="2415298160" sldId="265"/>
            <ac:spMk id="12" creationId="{8BE45C30-30F6-4648-A652-5F93F29C4161}"/>
          </ac:spMkLst>
        </pc:spChg>
        <pc:spChg chg="add mod">
          <ac:chgData name="Roth Michael" userId="7e87037c-c18e-431e-8be4-0058b3a0bd26" providerId="ADAL" clId="{38636705-6887-4998-A425-8F90B230AB08}" dt="2026-04-15T14:43:48.908" v="898" actId="20577"/>
          <ac:spMkLst>
            <pc:docMk/>
            <pc:sldMk cId="2415298160" sldId="265"/>
            <ac:spMk id="13" creationId="{00CA273B-4022-4296-B28E-6A1DEDE32584}"/>
          </ac:spMkLst>
        </pc:spChg>
        <pc:spChg chg="mod">
          <ac:chgData name="Roth Michael" userId="7e87037c-c18e-431e-8be4-0058b3a0bd26" providerId="ADAL" clId="{38636705-6887-4998-A425-8F90B230AB08}" dt="2026-04-17T09:03:10.376" v="1435" actId="27803"/>
          <ac:spMkLst>
            <pc:docMk/>
            <pc:sldMk cId="2415298160" sldId="265"/>
            <ac:spMk id="14" creationId="{2A27A206-0D45-45EE-BB18-FF41811A1AFD}"/>
          </ac:spMkLst>
        </pc:spChg>
        <pc:spChg chg="add del mod">
          <ac:chgData name="Roth Michael" userId="7e87037c-c18e-431e-8be4-0058b3a0bd26" providerId="ADAL" clId="{38636705-6887-4998-A425-8F90B230AB08}" dt="2026-04-15T12:12:14.174" v="332" actId="478"/>
          <ac:spMkLst>
            <pc:docMk/>
            <pc:sldMk cId="2415298160" sldId="265"/>
            <ac:spMk id="14" creationId="{3875EDAB-06B9-4D68-9E6D-33E0C890A9C3}"/>
          </ac:spMkLst>
        </pc:spChg>
        <pc:spChg chg="add mod">
          <ac:chgData name="Roth Michael" userId="7e87037c-c18e-431e-8be4-0058b3a0bd26" providerId="ADAL" clId="{38636705-6887-4998-A425-8F90B230AB08}" dt="2026-04-20T08:02:34.486" v="1566" actId="1076"/>
          <ac:spMkLst>
            <pc:docMk/>
            <pc:sldMk cId="2415298160" sldId="265"/>
            <ac:spMk id="15" creationId="{D71DEA78-BE01-45F8-AB59-EE393F85134A}"/>
          </ac:spMkLst>
        </pc:spChg>
        <pc:spChg chg="mod">
          <ac:chgData name="Roth Michael" userId="7e87037c-c18e-431e-8be4-0058b3a0bd26" providerId="ADAL" clId="{38636705-6887-4998-A425-8F90B230AB08}" dt="2026-04-17T09:03:10.376" v="1435" actId="27803"/>
          <ac:spMkLst>
            <pc:docMk/>
            <pc:sldMk cId="2415298160" sldId="265"/>
            <ac:spMk id="16" creationId="{80ABD899-9FB1-4025-B6BA-36096DD0759C}"/>
          </ac:spMkLst>
        </pc:spChg>
        <pc:grpChg chg="del mod">
          <ac:chgData name="Roth Michael" userId="7e87037c-c18e-431e-8be4-0058b3a0bd26" providerId="ADAL" clId="{38636705-6887-4998-A425-8F90B230AB08}" dt="2026-04-20T08:01:02.941" v="1549" actId="478"/>
          <ac:grpSpMkLst>
            <pc:docMk/>
            <pc:sldMk cId="2415298160" sldId="265"/>
            <ac:grpSpMk id="8" creationId="{31899C88-3485-4442-946F-AC9E9C4F1AD1}"/>
          </ac:grpSpMkLst>
        </pc:grpChg>
        <pc:picChg chg="add mod">
          <ac:chgData name="Roth Michael" userId="7e87037c-c18e-431e-8be4-0058b3a0bd26" providerId="ADAL" clId="{38636705-6887-4998-A425-8F90B230AB08}" dt="2026-04-20T08:01:46.550" v="1562" actId="1036"/>
          <ac:picMkLst>
            <pc:docMk/>
            <pc:sldMk cId="2415298160" sldId="265"/>
            <ac:picMk id="4" creationId="{1DFB40CA-ABE7-4ED3-B753-BFD80BC1609F}"/>
          </ac:picMkLst>
        </pc:picChg>
        <pc:picChg chg="add del mod">
          <ac:chgData name="Roth Michael" userId="7e87037c-c18e-431e-8be4-0058b3a0bd26" providerId="ADAL" clId="{38636705-6887-4998-A425-8F90B230AB08}" dt="2026-04-17T09:03:10.376" v="1435" actId="27803"/>
          <ac:picMkLst>
            <pc:docMk/>
            <pc:sldMk cId="2415298160" sldId="265"/>
            <ac:picMk id="7" creationId="{A64D156E-116D-42E3-81D7-9FA2D69095B6}"/>
          </ac:picMkLst>
        </pc:picChg>
        <pc:picChg chg="add del mod">
          <ac:chgData name="Roth Michael" userId="7e87037c-c18e-431e-8be4-0058b3a0bd26" providerId="ADAL" clId="{38636705-6887-4998-A425-8F90B230AB08}" dt="2026-04-15T14:44:33.130" v="905" actId="478"/>
          <ac:picMkLst>
            <pc:docMk/>
            <pc:sldMk cId="2415298160" sldId="265"/>
            <ac:picMk id="10" creationId="{BF79D65A-A4C3-40DD-985B-B81225BEDE48}"/>
          </ac:picMkLst>
        </pc:picChg>
        <pc:picChg chg="add mod">
          <ac:chgData name="Roth Michael" userId="7e87037c-c18e-431e-8be4-0058b3a0bd26" providerId="ADAL" clId="{38636705-6887-4998-A425-8F90B230AB08}" dt="2026-04-20T08:01:41.735" v="1556" actId="552"/>
          <ac:picMkLst>
            <pc:docMk/>
            <pc:sldMk cId="2415298160" sldId="265"/>
            <ac:picMk id="11" creationId="{040A862D-2076-4250-9817-79478CD4123A}"/>
          </ac:picMkLst>
        </pc:picChg>
        <pc:picChg chg="add del mod">
          <ac:chgData name="Roth Michael" userId="7e87037c-c18e-431e-8be4-0058b3a0bd26" providerId="ADAL" clId="{38636705-6887-4998-A425-8F90B230AB08}" dt="2026-04-15T14:44:33.130" v="905" actId="478"/>
          <ac:picMkLst>
            <pc:docMk/>
            <pc:sldMk cId="2415298160" sldId="265"/>
            <ac:picMk id="11" creationId="{798254BC-935B-48BC-A554-F2499648C258}"/>
          </ac:picMkLst>
        </pc:picChg>
        <pc:picChg chg="add mod">
          <ac:chgData name="Roth Michael" userId="7e87037c-c18e-431e-8be4-0058b3a0bd26" providerId="ADAL" clId="{38636705-6887-4998-A425-8F90B230AB08}" dt="2026-04-20T08:01:41.735" v="1556" actId="552"/>
          <ac:picMkLst>
            <pc:docMk/>
            <pc:sldMk cId="2415298160" sldId="265"/>
            <ac:picMk id="12" creationId="{289CDD92-B7F5-432C-8186-45AC3D93B80E}"/>
          </ac:picMkLst>
        </pc:picChg>
        <pc:picChg chg="add del mod">
          <ac:chgData name="Roth Michael" userId="7e87037c-c18e-431e-8be4-0058b3a0bd26" providerId="ADAL" clId="{38636705-6887-4998-A425-8F90B230AB08}" dt="2026-04-15T14:44:33.130" v="905" actId="478"/>
          <ac:picMkLst>
            <pc:docMk/>
            <pc:sldMk cId="2415298160" sldId="265"/>
            <ac:picMk id="14" creationId="{98C6EF2B-9263-4CC6-AC43-5FE59A19B32D}"/>
          </ac:picMkLst>
        </pc:picChg>
      </pc:sldChg>
      <pc:sldChg chg="del">
        <pc:chgData name="Roth Michael" userId="7e87037c-c18e-431e-8be4-0058b3a0bd26" providerId="ADAL" clId="{38636705-6887-4998-A425-8F90B230AB08}" dt="2026-04-15T11:34:49.812" v="216" actId="47"/>
        <pc:sldMkLst>
          <pc:docMk/>
          <pc:sldMk cId="822404174" sldId="266"/>
        </pc:sldMkLst>
      </pc:sldChg>
      <pc:sldChg chg="new del ord">
        <pc:chgData name="Roth Michael" userId="7e87037c-c18e-431e-8be4-0058b3a0bd26" providerId="ADAL" clId="{38636705-6887-4998-A425-8F90B230AB08}" dt="2026-04-15T13:16:31.555" v="723" actId="47"/>
        <pc:sldMkLst>
          <pc:docMk/>
          <pc:sldMk cId="3445519368" sldId="266"/>
        </pc:sldMkLst>
      </pc:sldChg>
      <pc:sldChg chg="add del">
        <pc:chgData name="Roth Michael" userId="7e87037c-c18e-431e-8be4-0058b3a0bd26" providerId="ADAL" clId="{38636705-6887-4998-A425-8F90B230AB08}" dt="2026-04-15T12:09:41.750" v="306" actId="47"/>
        <pc:sldMkLst>
          <pc:docMk/>
          <pc:sldMk cId="0" sldId="267"/>
        </pc:sldMkLst>
      </pc:sldChg>
      <pc:sldChg chg="del">
        <pc:chgData name="Roth Michael" userId="7e87037c-c18e-431e-8be4-0058b3a0bd26" providerId="ADAL" clId="{38636705-6887-4998-A425-8F90B230AB08}" dt="2026-04-15T11:33:59.027" v="215" actId="47"/>
        <pc:sldMkLst>
          <pc:docMk/>
          <pc:sldMk cId="725818004" sldId="267"/>
        </pc:sldMkLst>
      </pc:sldChg>
      <pc:sldChg chg="add del">
        <pc:chgData name="Roth Michael" userId="7e87037c-c18e-431e-8be4-0058b3a0bd26" providerId="ADAL" clId="{38636705-6887-4998-A425-8F90B230AB08}" dt="2026-04-15T12:48:02.049" v="656" actId="47"/>
        <pc:sldMkLst>
          <pc:docMk/>
          <pc:sldMk cId="0" sldId="268"/>
        </pc:sldMkLst>
      </pc:sldChg>
      <pc:sldChg chg="del">
        <pc:chgData name="Roth Michael" userId="7e87037c-c18e-431e-8be4-0058b3a0bd26" providerId="ADAL" clId="{38636705-6887-4998-A425-8F90B230AB08}" dt="2026-04-15T11:34:49.812" v="216" actId="47"/>
        <pc:sldMkLst>
          <pc:docMk/>
          <pc:sldMk cId="3390196076" sldId="268"/>
        </pc:sldMkLst>
      </pc:sldChg>
      <pc:sldChg chg="add del">
        <pc:chgData name="Roth Michael" userId="7e87037c-c18e-431e-8be4-0058b3a0bd26" providerId="ADAL" clId="{38636705-6887-4998-A425-8F90B230AB08}" dt="2026-04-15T12:48:05.743" v="657" actId="47"/>
        <pc:sldMkLst>
          <pc:docMk/>
          <pc:sldMk cId="0" sldId="269"/>
        </pc:sldMkLst>
      </pc:sldChg>
      <pc:sldChg chg="del">
        <pc:chgData name="Roth Michael" userId="7e87037c-c18e-431e-8be4-0058b3a0bd26" providerId="ADAL" clId="{38636705-6887-4998-A425-8F90B230AB08}" dt="2026-04-15T10:57:17.087" v="0" actId="47"/>
        <pc:sldMkLst>
          <pc:docMk/>
          <pc:sldMk cId="2663170657" sldId="269"/>
        </pc:sldMkLst>
      </pc:sldChg>
      <pc:sldChg chg="addSp delSp modSp add mod ord modTransition modAnim">
        <pc:chgData name="Roth Michael" userId="7e87037c-c18e-431e-8be4-0058b3a0bd26" providerId="ADAL" clId="{38636705-6887-4998-A425-8F90B230AB08}" dt="2026-04-21T11:39:41.390" v="3010"/>
        <pc:sldMkLst>
          <pc:docMk/>
          <pc:sldMk cId="0" sldId="270"/>
        </pc:sldMkLst>
        <pc:spChg chg="del mod">
          <ac:chgData name="Roth Michael" userId="7e87037c-c18e-431e-8be4-0058b3a0bd26" providerId="ADAL" clId="{38636705-6887-4998-A425-8F90B230AB08}" dt="2026-04-20T07:57:06.026" v="1546" actId="478"/>
          <ac:spMkLst>
            <pc:docMk/>
            <pc:sldMk cId="0" sldId="270"/>
            <ac:spMk id="5" creationId="{00000000-0000-0000-0000-000000000000}"/>
          </ac:spMkLst>
        </pc:spChg>
        <pc:spChg chg="mod">
          <ac:chgData name="Roth Michael" userId="7e87037c-c18e-431e-8be4-0058b3a0bd26" providerId="ADAL" clId="{38636705-6887-4998-A425-8F90B230AB08}" dt="2026-04-20T08:28:58.850" v="1938" actId="208"/>
          <ac:spMkLst>
            <pc:docMk/>
            <pc:sldMk cId="0" sldId="270"/>
            <ac:spMk id="6" creationId="{00000000-0000-0000-0000-000000000000}"/>
          </ac:spMkLst>
        </pc:spChg>
        <pc:spChg chg="del mod">
          <ac:chgData name="Roth Michael" userId="7e87037c-c18e-431e-8be4-0058b3a0bd26" providerId="ADAL" clId="{38636705-6887-4998-A425-8F90B230AB08}" dt="2026-04-20T08:27:59.863" v="1846" actId="478"/>
          <ac:spMkLst>
            <pc:docMk/>
            <pc:sldMk cId="0" sldId="270"/>
            <ac:spMk id="7" creationId="{00000000-0000-0000-0000-000000000000}"/>
          </ac:spMkLst>
        </pc:spChg>
        <pc:spChg chg="mod">
          <ac:chgData name="Roth Michael" userId="7e87037c-c18e-431e-8be4-0058b3a0bd26" providerId="ADAL" clId="{38636705-6887-4998-A425-8F90B230AB08}" dt="2026-04-20T08:28:35.682" v="1936" actId="1037"/>
          <ac:spMkLst>
            <pc:docMk/>
            <pc:sldMk cId="0" sldId="270"/>
            <ac:spMk id="8" creationId="{00000000-0000-0000-0000-000000000000}"/>
          </ac:spMkLst>
        </pc:spChg>
        <pc:spChg chg="mod">
          <ac:chgData name="Roth Michael" userId="7e87037c-c18e-431e-8be4-0058b3a0bd26" providerId="ADAL" clId="{38636705-6887-4998-A425-8F90B230AB08}" dt="2026-04-20T08:20:31.599" v="1767" actId="1035"/>
          <ac:spMkLst>
            <pc:docMk/>
            <pc:sldMk cId="0" sldId="270"/>
            <ac:spMk id="9" creationId="{00000000-0000-0000-0000-000000000000}"/>
          </ac:spMkLst>
        </pc:spChg>
        <pc:spChg chg="mod">
          <ac:chgData name="Roth Michael" userId="7e87037c-c18e-431e-8be4-0058b3a0bd26" providerId="ADAL" clId="{38636705-6887-4998-A425-8F90B230AB08}" dt="2026-04-20T08:20:31.599" v="1767" actId="1035"/>
          <ac:spMkLst>
            <pc:docMk/>
            <pc:sldMk cId="0" sldId="270"/>
            <ac:spMk id="10" creationId="{00000000-0000-0000-0000-000000000000}"/>
          </ac:spMkLst>
        </pc:spChg>
        <pc:spChg chg="mod">
          <ac:chgData name="Roth Michael" userId="7e87037c-c18e-431e-8be4-0058b3a0bd26" providerId="ADAL" clId="{38636705-6887-4998-A425-8F90B230AB08}" dt="2026-04-20T08:28:58.850" v="1938" actId="208"/>
          <ac:spMkLst>
            <pc:docMk/>
            <pc:sldMk cId="0" sldId="270"/>
            <ac:spMk id="11" creationId="{00000000-0000-0000-0000-000000000000}"/>
          </ac:spMkLst>
        </pc:spChg>
        <pc:spChg chg="del mod">
          <ac:chgData name="Roth Michael" userId="7e87037c-c18e-431e-8be4-0058b3a0bd26" providerId="ADAL" clId="{38636705-6887-4998-A425-8F90B230AB08}" dt="2026-04-20T08:27:59.863" v="1846" actId="478"/>
          <ac:spMkLst>
            <pc:docMk/>
            <pc:sldMk cId="0" sldId="270"/>
            <ac:spMk id="12" creationId="{00000000-0000-0000-0000-000000000000}"/>
          </ac:spMkLst>
        </pc:spChg>
        <pc:spChg chg="mod">
          <ac:chgData name="Roth Michael" userId="7e87037c-c18e-431e-8be4-0058b3a0bd26" providerId="ADAL" clId="{38636705-6887-4998-A425-8F90B230AB08}" dt="2026-04-20T08:28:35.682" v="1936" actId="1037"/>
          <ac:spMkLst>
            <pc:docMk/>
            <pc:sldMk cId="0" sldId="270"/>
            <ac:spMk id="13" creationId="{00000000-0000-0000-0000-000000000000}"/>
          </ac:spMkLst>
        </pc:spChg>
        <pc:spChg chg="mod">
          <ac:chgData name="Roth Michael" userId="7e87037c-c18e-431e-8be4-0058b3a0bd26" providerId="ADAL" clId="{38636705-6887-4998-A425-8F90B230AB08}" dt="2026-04-20T08:20:31.599" v="1767" actId="1035"/>
          <ac:spMkLst>
            <pc:docMk/>
            <pc:sldMk cId="0" sldId="270"/>
            <ac:spMk id="14" creationId="{00000000-0000-0000-0000-000000000000}"/>
          </ac:spMkLst>
        </pc:spChg>
        <pc:spChg chg="mod">
          <ac:chgData name="Roth Michael" userId="7e87037c-c18e-431e-8be4-0058b3a0bd26" providerId="ADAL" clId="{38636705-6887-4998-A425-8F90B230AB08}" dt="2026-04-20T08:20:31.599" v="1767" actId="1035"/>
          <ac:spMkLst>
            <pc:docMk/>
            <pc:sldMk cId="0" sldId="270"/>
            <ac:spMk id="15" creationId="{00000000-0000-0000-0000-000000000000}"/>
          </ac:spMkLst>
        </pc:spChg>
        <pc:spChg chg="mod">
          <ac:chgData name="Roth Michael" userId="7e87037c-c18e-431e-8be4-0058b3a0bd26" providerId="ADAL" clId="{38636705-6887-4998-A425-8F90B230AB08}" dt="2026-04-20T08:28:58.850" v="1938" actId="208"/>
          <ac:spMkLst>
            <pc:docMk/>
            <pc:sldMk cId="0" sldId="270"/>
            <ac:spMk id="16" creationId="{00000000-0000-0000-0000-000000000000}"/>
          </ac:spMkLst>
        </pc:spChg>
        <pc:spChg chg="mod">
          <ac:chgData name="Roth Michael" userId="7e87037c-c18e-431e-8be4-0058b3a0bd26" providerId="ADAL" clId="{38636705-6887-4998-A425-8F90B230AB08}" dt="2026-04-20T08:28:22.897" v="1920" actId="1037"/>
          <ac:spMkLst>
            <pc:docMk/>
            <pc:sldMk cId="0" sldId="270"/>
            <ac:spMk id="17" creationId="{00000000-0000-0000-0000-000000000000}"/>
          </ac:spMkLst>
        </pc:spChg>
        <pc:spChg chg="mod">
          <ac:chgData name="Roth Michael" userId="7e87037c-c18e-431e-8be4-0058b3a0bd26" providerId="ADAL" clId="{38636705-6887-4998-A425-8F90B230AB08}" dt="2026-04-20T08:28:35.682" v="1936" actId="1037"/>
          <ac:spMkLst>
            <pc:docMk/>
            <pc:sldMk cId="0" sldId="270"/>
            <ac:spMk id="18" creationId="{00000000-0000-0000-0000-000000000000}"/>
          </ac:spMkLst>
        </pc:spChg>
        <pc:spChg chg="mod">
          <ac:chgData name="Roth Michael" userId="7e87037c-c18e-431e-8be4-0058b3a0bd26" providerId="ADAL" clId="{38636705-6887-4998-A425-8F90B230AB08}" dt="2026-04-20T08:20:31.599" v="1767" actId="1035"/>
          <ac:spMkLst>
            <pc:docMk/>
            <pc:sldMk cId="0" sldId="270"/>
            <ac:spMk id="19" creationId="{00000000-0000-0000-0000-000000000000}"/>
          </ac:spMkLst>
        </pc:spChg>
        <pc:spChg chg="mod">
          <ac:chgData name="Roth Michael" userId="7e87037c-c18e-431e-8be4-0058b3a0bd26" providerId="ADAL" clId="{38636705-6887-4998-A425-8F90B230AB08}" dt="2026-04-20T08:20:31.599" v="1767" actId="1035"/>
          <ac:spMkLst>
            <pc:docMk/>
            <pc:sldMk cId="0" sldId="270"/>
            <ac:spMk id="20" creationId="{00000000-0000-0000-0000-000000000000}"/>
          </ac:spMkLst>
        </pc:spChg>
        <pc:spChg chg="mod">
          <ac:chgData name="Roth Michael" userId="7e87037c-c18e-431e-8be4-0058b3a0bd26" providerId="ADAL" clId="{38636705-6887-4998-A425-8F90B230AB08}" dt="2026-04-20T08:28:58.850" v="1938" actId="208"/>
          <ac:spMkLst>
            <pc:docMk/>
            <pc:sldMk cId="0" sldId="270"/>
            <ac:spMk id="21" creationId="{00000000-0000-0000-0000-000000000000}"/>
          </ac:spMkLst>
        </pc:spChg>
        <pc:spChg chg="mod">
          <ac:chgData name="Roth Michael" userId="7e87037c-c18e-431e-8be4-0058b3a0bd26" providerId="ADAL" clId="{38636705-6887-4998-A425-8F90B230AB08}" dt="2026-04-20T08:28:22.897" v="1920" actId="1037"/>
          <ac:spMkLst>
            <pc:docMk/>
            <pc:sldMk cId="0" sldId="270"/>
            <ac:spMk id="22" creationId="{00000000-0000-0000-0000-000000000000}"/>
          </ac:spMkLst>
        </pc:spChg>
        <pc:spChg chg="mod">
          <ac:chgData name="Roth Michael" userId="7e87037c-c18e-431e-8be4-0058b3a0bd26" providerId="ADAL" clId="{38636705-6887-4998-A425-8F90B230AB08}" dt="2026-04-20T08:28:35.682" v="1936" actId="1037"/>
          <ac:spMkLst>
            <pc:docMk/>
            <pc:sldMk cId="0" sldId="270"/>
            <ac:spMk id="23" creationId="{00000000-0000-0000-0000-000000000000}"/>
          </ac:spMkLst>
        </pc:spChg>
        <pc:spChg chg="mod">
          <ac:chgData name="Roth Michael" userId="7e87037c-c18e-431e-8be4-0058b3a0bd26" providerId="ADAL" clId="{38636705-6887-4998-A425-8F90B230AB08}" dt="2026-04-20T08:20:31.599" v="1767" actId="1035"/>
          <ac:spMkLst>
            <pc:docMk/>
            <pc:sldMk cId="0" sldId="270"/>
            <ac:spMk id="24" creationId="{00000000-0000-0000-0000-000000000000}"/>
          </ac:spMkLst>
        </pc:spChg>
        <pc:spChg chg="add mod">
          <ac:chgData name="Roth Michael" userId="7e87037c-c18e-431e-8be4-0058b3a0bd26" providerId="ADAL" clId="{38636705-6887-4998-A425-8F90B230AB08}" dt="2026-04-20T08:28:10.562" v="1895" actId="1037"/>
          <ac:spMkLst>
            <pc:docMk/>
            <pc:sldMk cId="0" sldId="270"/>
            <ac:spMk id="25" creationId="{69B1478A-DA2B-4AF8-9CE1-D85EC2D822EA}"/>
          </ac:spMkLst>
        </pc:spChg>
        <pc:spChg chg="add mod">
          <ac:chgData name="Roth Michael" userId="7e87037c-c18e-431e-8be4-0058b3a0bd26" providerId="ADAL" clId="{38636705-6887-4998-A425-8F90B230AB08}" dt="2026-04-20T08:29:27.247" v="1941" actId="20577"/>
          <ac:spMkLst>
            <pc:docMk/>
            <pc:sldMk cId="0" sldId="270"/>
            <ac:spMk id="26" creationId="{9915E7D0-859E-4ACB-ADDF-2B8376CA6530}"/>
          </ac:spMkLst>
        </pc:spChg>
        <pc:spChg chg="add mod">
          <ac:chgData name="Roth Michael" userId="7e87037c-c18e-431e-8be4-0058b3a0bd26" providerId="ADAL" clId="{38636705-6887-4998-A425-8F90B230AB08}" dt="2026-04-21T06:53:43.951" v="3003" actId="207"/>
          <ac:spMkLst>
            <pc:docMk/>
            <pc:sldMk cId="0" sldId="270"/>
            <ac:spMk id="27" creationId="{1A3E3A1E-4092-40AB-91AA-FA7569AA392F}"/>
          </ac:spMkLst>
        </pc:spChg>
      </pc:sldChg>
      <pc:sldChg chg="del">
        <pc:chgData name="Roth Michael" userId="7e87037c-c18e-431e-8be4-0058b3a0bd26" providerId="ADAL" clId="{38636705-6887-4998-A425-8F90B230AB08}" dt="2026-04-15T10:57:17.087" v="0" actId="47"/>
        <pc:sldMkLst>
          <pc:docMk/>
          <pc:sldMk cId="3218059459" sldId="270"/>
        </pc:sldMkLst>
      </pc:sldChg>
      <pc:sldChg chg="add del">
        <pc:chgData name="Roth Michael" userId="7e87037c-c18e-431e-8be4-0058b3a0bd26" providerId="ADAL" clId="{38636705-6887-4998-A425-8F90B230AB08}" dt="2026-04-15T12:48:11.977" v="658" actId="47"/>
        <pc:sldMkLst>
          <pc:docMk/>
          <pc:sldMk cId="0" sldId="271"/>
        </pc:sldMkLst>
      </pc:sldChg>
      <pc:sldChg chg="del">
        <pc:chgData name="Roth Michael" userId="7e87037c-c18e-431e-8be4-0058b3a0bd26" providerId="ADAL" clId="{38636705-6887-4998-A425-8F90B230AB08}" dt="2026-04-15T10:57:17.087" v="0" actId="47"/>
        <pc:sldMkLst>
          <pc:docMk/>
          <pc:sldMk cId="4202962282" sldId="271"/>
        </pc:sldMkLst>
      </pc:sldChg>
      <pc:sldChg chg="add del">
        <pc:chgData name="Roth Michael" userId="7e87037c-c18e-431e-8be4-0058b3a0bd26" providerId="ADAL" clId="{38636705-6887-4998-A425-8F90B230AB08}" dt="2026-04-15T13:16:17.817" v="716" actId="47"/>
        <pc:sldMkLst>
          <pc:docMk/>
          <pc:sldMk cId="0" sldId="272"/>
        </pc:sldMkLst>
      </pc:sldChg>
      <pc:sldChg chg="del">
        <pc:chgData name="Roth Michael" userId="7e87037c-c18e-431e-8be4-0058b3a0bd26" providerId="ADAL" clId="{38636705-6887-4998-A425-8F90B230AB08}" dt="2026-04-15T10:57:17.087" v="0" actId="47"/>
        <pc:sldMkLst>
          <pc:docMk/>
          <pc:sldMk cId="1532175259" sldId="272"/>
        </pc:sldMkLst>
      </pc:sldChg>
      <pc:sldChg chg="addSp delSp modSp add mod ord modTransition">
        <pc:chgData name="Roth Michael" userId="7e87037c-c18e-431e-8be4-0058b3a0bd26" providerId="ADAL" clId="{38636705-6887-4998-A425-8F90B230AB08}" dt="2026-04-20T11:34:17.501" v="2202" actId="1038"/>
        <pc:sldMkLst>
          <pc:docMk/>
          <pc:sldMk cId="0" sldId="273"/>
        </pc:sldMkLst>
        <pc:spChg chg="del">
          <ac:chgData name="Roth Michael" userId="7e87037c-c18e-431e-8be4-0058b3a0bd26" providerId="ADAL" clId="{38636705-6887-4998-A425-8F90B230AB08}" dt="2026-04-17T09:06:33.266" v="1443" actId="478"/>
          <ac:spMkLst>
            <pc:docMk/>
            <pc:sldMk cId="0" sldId="273"/>
            <ac:spMk id="2" creationId="{00000000-0000-0000-0000-000000000000}"/>
          </ac:spMkLst>
        </pc:spChg>
        <pc:spChg chg="add mod">
          <ac:chgData name="Roth Michael" userId="7e87037c-c18e-431e-8be4-0058b3a0bd26" providerId="ADAL" clId="{38636705-6887-4998-A425-8F90B230AB08}" dt="2026-04-20T11:34:17.501" v="2202" actId="1038"/>
          <ac:spMkLst>
            <pc:docMk/>
            <pc:sldMk cId="0" sldId="273"/>
            <ac:spMk id="2" creationId="{8CBD75FC-87D7-4357-8C67-F21D102799D4}"/>
          </ac:spMkLst>
        </pc:spChg>
        <pc:spChg chg="del">
          <ac:chgData name="Roth Michael" userId="7e87037c-c18e-431e-8be4-0058b3a0bd26" providerId="ADAL" clId="{38636705-6887-4998-A425-8F90B230AB08}" dt="2026-04-17T09:06:36.857" v="1444" actId="478"/>
          <ac:spMkLst>
            <pc:docMk/>
            <pc:sldMk cId="0" sldId="273"/>
            <ac:spMk id="4" creationId="{00000000-0000-0000-0000-000000000000}"/>
          </ac:spMkLst>
        </pc:spChg>
        <pc:spChg chg="mod">
          <ac:chgData name="Roth Michael" userId="7e87037c-c18e-431e-8be4-0058b3a0bd26" providerId="ADAL" clId="{38636705-6887-4998-A425-8F90B230AB08}" dt="2026-04-20T08:36:38.708" v="2020" actId="14100"/>
          <ac:spMkLst>
            <pc:docMk/>
            <pc:sldMk cId="0" sldId="273"/>
            <ac:spMk id="5" creationId="{00000000-0000-0000-0000-000000000000}"/>
          </ac:spMkLst>
        </pc:spChg>
        <pc:spChg chg="mod">
          <ac:chgData name="Roth Michael" userId="7e87037c-c18e-431e-8be4-0058b3a0bd26" providerId="ADAL" clId="{38636705-6887-4998-A425-8F90B230AB08}" dt="2026-04-20T11:33:50.250" v="2188" actId="14100"/>
          <ac:spMkLst>
            <pc:docMk/>
            <pc:sldMk cId="0" sldId="273"/>
            <ac:spMk id="6" creationId="{00000000-0000-0000-0000-000000000000}"/>
          </ac:spMkLst>
        </pc:spChg>
        <pc:spChg chg="mod">
          <ac:chgData name="Roth Michael" userId="7e87037c-c18e-431e-8be4-0058b3a0bd26" providerId="ADAL" clId="{38636705-6887-4998-A425-8F90B230AB08}" dt="2026-04-20T11:32:57.777" v="2187" actId="20577"/>
          <ac:spMkLst>
            <pc:docMk/>
            <pc:sldMk cId="0" sldId="273"/>
            <ac:spMk id="7" creationId="{00000000-0000-0000-0000-000000000000}"/>
          </ac:spMkLst>
        </pc:spChg>
      </pc:sldChg>
      <pc:sldChg chg="del">
        <pc:chgData name="Roth Michael" userId="7e87037c-c18e-431e-8be4-0058b3a0bd26" providerId="ADAL" clId="{38636705-6887-4998-A425-8F90B230AB08}" dt="2026-04-15T10:57:17.087" v="0" actId="47"/>
        <pc:sldMkLst>
          <pc:docMk/>
          <pc:sldMk cId="3835823667" sldId="273"/>
        </pc:sldMkLst>
      </pc:sldChg>
      <pc:sldChg chg="del">
        <pc:chgData name="Roth Michael" userId="7e87037c-c18e-431e-8be4-0058b3a0bd26" providerId="ADAL" clId="{38636705-6887-4998-A425-8F90B230AB08}" dt="2026-04-15T10:57:17.087" v="0" actId="47"/>
        <pc:sldMkLst>
          <pc:docMk/>
          <pc:sldMk cId="517115408" sldId="274"/>
        </pc:sldMkLst>
      </pc:sldChg>
      <pc:sldChg chg="addSp delSp modSp add del mod">
        <pc:chgData name="Roth Michael" userId="7e87037c-c18e-431e-8be4-0058b3a0bd26" providerId="ADAL" clId="{38636705-6887-4998-A425-8F90B230AB08}" dt="2026-04-15T14:56:30.709" v="1037" actId="47"/>
        <pc:sldMkLst>
          <pc:docMk/>
          <pc:sldMk cId="1512739276" sldId="274"/>
        </pc:sldMkLst>
        <pc:spChg chg="mod">
          <ac:chgData name="Roth Michael" userId="7e87037c-c18e-431e-8be4-0058b3a0bd26" providerId="ADAL" clId="{38636705-6887-4998-A425-8F90B230AB08}" dt="2026-04-15T12:16:18.632" v="390" actId="20577"/>
          <ac:spMkLst>
            <pc:docMk/>
            <pc:sldMk cId="1512739276" sldId="274"/>
            <ac:spMk id="2" creationId="{BC0412A8-C89B-4F44-8CFC-173A8F87B0E0}"/>
          </ac:spMkLst>
        </pc:spChg>
        <pc:spChg chg="del">
          <ac:chgData name="Roth Michael" userId="7e87037c-c18e-431e-8be4-0058b3a0bd26" providerId="ADAL" clId="{38636705-6887-4998-A425-8F90B230AB08}" dt="2026-04-15T12:06:37.055" v="246" actId="478"/>
          <ac:spMkLst>
            <pc:docMk/>
            <pc:sldMk cId="1512739276" sldId="274"/>
            <ac:spMk id="3" creationId="{ACBE40A6-E95B-4D3F-BB04-059CC8204E47}"/>
          </ac:spMkLst>
        </pc:spChg>
        <pc:spChg chg="add mod">
          <ac:chgData name="Roth Michael" userId="7e87037c-c18e-431e-8be4-0058b3a0bd26" providerId="ADAL" clId="{38636705-6887-4998-A425-8F90B230AB08}" dt="2026-04-15T14:33:43.644" v="803"/>
          <ac:spMkLst>
            <pc:docMk/>
            <pc:sldMk cId="1512739276" sldId="274"/>
            <ac:spMk id="3" creationId="{F09DA03B-B9A0-4AFE-A298-F6C1EAB4A0F9}"/>
          </ac:spMkLst>
        </pc:spChg>
        <pc:spChg chg="add mod">
          <ac:chgData name="Roth Michael" userId="7e87037c-c18e-431e-8be4-0058b3a0bd26" providerId="ADAL" clId="{38636705-6887-4998-A425-8F90B230AB08}" dt="2026-04-15T14:33:43.644" v="803"/>
          <ac:spMkLst>
            <pc:docMk/>
            <pc:sldMk cId="1512739276" sldId="274"/>
            <ac:spMk id="4" creationId="{590A2273-7849-4FCF-B01D-BA07DF71B7A4}"/>
          </ac:spMkLst>
        </pc:spChg>
        <pc:spChg chg="del">
          <ac:chgData name="Roth Michael" userId="7e87037c-c18e-431e-8be4-0058b3a0bd26" providerId="ADAL" clId="{38636705-6887-4998-A425-8F90B230AB08}" dt="2026-04-15T12:06:37.055" v="246" actId="478"/>
          <ac:spMkLst>
            <pc:docMk/>
            <pc:sldMk cId="1512739276" sldId="274"/>
            <ac:spMk id="4" creationId="{A71D445F-822A-4C1A-AC5F-59859746E7A6}"/>
          </ac:spMkLst>
        </pc:spChg>
        <pc:spChg chg="del">
          <ac:chgData name="Roth Michael" userId="7e87037c-c18e-431e-8be4-0058b3a0bd26" providerId="ADAL" clId="{38636705-6887-4998-A425-8F90B230AB08}" dt="2026-04-15T12:06:37.055" v="246" actId="478"/>
          <ac:spMkLst>
            <pc:docMk/>
            <pc:sldMk cId="1512739276" sldId="274"/>
            <ac:spMk id="5" creationId="{2BA1F8C0-DF86-4604-A61D-66A07189252B}"/>
          </ac:spMkLst>
        </pc:spChg>
        <pc:spChg chg="add mod">
          <ac:chgData name="Roth Michael" userId="7e87037c-c18e-431e-8be4-0058b3a0bd26" providerId="ADAL" clId="{38636705-6887-4998-A425-8F90B230AB08}" dt="2026-04-15T14:33:43.644" v="803"/>
          <ac:spMkLst>
            <pc:docMk/>
            <pc:sldMk cId="1512739276" sldId="274"/>
            <ac:spMk id="5" creationId="{8A971327-F894-4495-97F2-7463D540ED76}"/>
          </ac:spMkLst>
        </pc:spChg>
        <pc:spChg chg="del">
          <ac:chgData name="Roth Michael" userId="7e87037c-c18e-431e-8be4-0058b3a0bd26" providerId="ADAL" clId="{38636705-6887-4998-A425-8F90B230AB08}" dt="2026-04-15T12:06:37.055" v="246" actId="478"/>
          <ac:spMkLst>
            <pc:docMk/>
            <pc:sldMk cId="1512739276" sldId="274"/>
            <ac:spMk id="6" creationId="{1D983E0F-9DCD-4D8C-90E9-FDEC2304DDAF}"/>
          </ac:spMkLst>
        </pc:spChg>
        <pc:spChg chg="add mod">
          <ac:chgData name="Roth Michael" userId="7e87037c-c18e-431e-8be4-0058b3a0bd26" providerId="ADAL" clId="{38636705-6887-4998-A425-8F90B230AB08}" dt="2026-04-15T14:33:43.644" v="803"/>
          <ac:spMkLst>
            <pc:docMk/>
            <pc:sldMk cId="1512739276" sldId="274"/>
            <ac:spMk id="6" creationId="{21DF8468-5B57-4738-B60C-DE000722E28E}"/>
          </ac:spMkLst>
        </pc:spChg>
        <pc:spChg chg="del">
          <ac:chgData name="Roth Michael" userId="7e87037c-c18e-431e-8be4-0058b3a0bd26" providerId="ADAL" clId="{38636705-6887-4998-A425-8F90B230AB08}" dt="2026-04-15T12:06:37.055" v="246" actId="478"/>
          <ac:spMkLst>
            <pc:docMk/>
            <pc:sldMk cId="1512739276" sldId="274"/>
            <ac:spMk id="7" creationId="{815B2298-1A75-4D78-875C-ABA36C0A470B}"/>
          </ac:spMkLst>
        </pc:spChg>
        <pc:spChg chg="add mod">
          <ac:chgData name="Roth Michael" userId="7e87037c-c18e-431e-8be4-0058b3a0bd26" providerId="ADAL" clId="{38636705-6887-4998-A425-8F90B230AB08}" dt="2026-04-15T14:33:43.644" v="803"/>
          <ac:spMkLst>
            <pc:docMk/>
            <pc:sldMk cId="1512739276" sldId="274"/>
            <ac:spMk id="7" creationId="{ABA7EA93-6E02-494A-84FE-67E586BACDF1}"/>
          </ac:spMkLst>
        </pc:spChg>
        <pc:spChg chg="add mod">
          <ac:chgData name="Roth Michael" userId="7e87037c-c18e-431e-8be4-0058b3a0bd26" providerId="ADAL" clId="{38636705-6887-4998-A425-8F90B230AB08}" dt="2026-04-15T14:33:43.644" v="803"/>
          <ac:spMkLst>
            <pc:docMk/>
            <pc:sldMk cId="1512739276" sldId="274"/>
            <ac:spMk id="8" creationId="{18CBEC23-4E8D-4B3C-8192-C49F3E600876}"/>
          </ac:spMkLst>
        </pc:spChg>
        <pc:spChg chg="del">
          <ac:chgData name="Roth Michael" userId="7e87037c-c18e-431e-8be4-0058b3a0bd26" providerId="ADAL" clId="{38636705-6887-4998-A425-8F90B230AB08}" dt="2026-04-15T12:06:37.055" v="246" actId="478"/>
          <ac:spMkLst>
            <pc:docMk/>
            <pc:sldMk cId="1512739276" sldId="274"/>
            <ac:spMk id="8" creationId="{40DF8707-F529-4D2B-B4E4-E179C075196E}"/>
          </ac:spMkLst>
        </pc:spChg>
        <pc:spChg chg="add mod">
          <ac:chgData name="Roth Michael" userId="7e87037c-c18e-431e-8be4-0058b3a0bd26" providerId="ADAL" clId="{38636705-6887-4998-A425-8F90B230AB08}" dt="2026-04-15T14:33:43.644" v="803"/>
          <ac:spMkLst>
            <pc:docMk/>
            <pc:sldMk cId="1512739276" sldId="274"/>
            <ac:spMk id="9" creationId="{95E86521-F80C-4994-B854-26605D74E3C9}"/>
          </ac:spMkLst>
        </pc:spChg>
        <pc:spChg chg="del">
          <ac:chgData name="Roth Michael" userId="7e87037c-c18e-431e-8be4-0058b3a0bd26" providerId="ADAL" clId="{38636705-6887-4998-A425-8F90B230AB08}" dt="2026-04-15T12:06:37.055" v="246" actId="478"/>
          <ac:spMkLst>
            <pc:docMk/>
            <pc:sldMk cId="1512739276" sldId="274"/>
            <ac:spMk id="9" creationId="{EF8AC9F9-77DE-4EC2-B84D-67F606DA6AB1}"/>
          </ac:spMkLst>
        </pc:spChg>
        <pc:spChg chg="del">
          <ac:chgData name="Roth Michael" userId="7e87037c-c18e-431e-8be4-0058b3a0bd26" providerId="ADAL" clId="{38636705-6887-4998-A425-8F90B230AB08}" dt="2026-04-15T12:06:37.055" v="246" actId="478"/>
          <ac:spMkLst>
            <pc:docMk/>
            <pc:sldMk cId="1512739276" sldId="274"/>
            <ac:spMk id="10" creationId="{2CF3039B-74ED-4CD0-9501-9B81391DE574}"/>
          </ac:spMkLst>
        </pc:spChg>
        <pc:spChg chg="add mod">
          <ac:chgData name="Roth Michael" userId="7e87037c-c18e-431e-8be4-0058b3a0bd26" providerId="ADAL" clId="{38636705-6887-4998-A425-8F90B230AB08}" dt="2026-04-15T14:33:43.644" v="803"/>
          <ac:spMkLst>
            <pc:docMk/>
            <pc:sldMk cId="1512739276" sldId="274"/>
            <ac:spMk id="10" creationId="{D9294582-3111-443D-9293-BB4DA9D4E863}"/>
          </ac:spMkLst>
        </pc:spChg>
        <pc:spChg chg="del">
          <ac:chgData name="Roth Michael" userId="7e87037c-c18e-431e-8be4-0058b3a0bd26" providerId="ADAL" clId="{38636705-6887-4998-A425-8F90B230AB08}" dt="2026-04-15T12:06:37.055" v="246" actId="478"/>
          <ac:spMkLst>
            <pc:docMk/>
            <pc:sldMk cId="1512739276" sldId="274"/>
            <ac:spMk id="11" creationId="{62034C1F-9AD3-4BE0-8B6F-B36CBFBEBD4F}"/>
          </ac:spMkLst>
        </pc:spChg>
        <pc:spChg chg="add mod">
          <ac:chgData name="Roth Michael" userId="7e87037c-c18e-431e-8be4-0058b3a0bd26" providerId="ADAL" clId="{38636705-6887-4998-A425-8F90B230AB08}" dt="2026-04-15T14:33:43.644" v="803"/>
          <ac:spMkLst>
            <pc:docMk/>
            <pc:sldMk cId="1512739276" sldId="274"/>
            <ac:spMk id="11" creationId="{AB3D478C-F3F0-412B-B801-D48A92BAB75F}"/>
          </ac:spMkLst>
        </pc:spChg>
        <pc:spChg chg="add mod">
          <ac:chgData name="Roth Michael" userId="7e87037c-c18e-431e-8be4-0058b3a0bd26" providerId="ADAL" clId="{38636705-6887-4998-A425-8F90B230AB08}" dt="2026-04-15T14:33:43.644" v="803"/>
          <ac:spMkLst>
            <pc:docMk/>
            <pc:sldMk cId="1512739276" sldId="274"/>
            <ac:spMk id="12" creationId="{23C9FD3C-9325-4D52-8268-117D56DABD2D}"/>
          </ac:spMkLst>
        </pc:spChg>
        <pc:spChg chg="del">
          <ac:chgData name="Roth Michael" userId="7e87037c-c18e-431e-8be4-0058b3a0bd26" providerId="ADAL" clId="{38636705-6887-4998-A425-8F90B230AB08}" dt="2026-04-15T12:06:37.055" v="246" actId="478"/>
          <ac:spMkLst>
            <pc:docMk/>
            <pc:sldMk cId="1512739276" sldId="274"/>
            <ac:spMk id="12" creationId="{8BE45C30-30F6-4648-A652-5F93F29C4161}"/>
          </ac:spMkLst>
        </pc:spChg>
        <pc:spChg chg="del">
          <ac:chgData name="Roth Michael" userId="7e87037c-c18e-431e-8be4-0058b3a0bd26" providerId="ADAL" clId="{38636705-6887-4998-A425-8F90B230AB08}" dt="2026-04-15T12:06:37.055" v="246" actId="478"/>
          <ac:spMkLst>
            <pc:docMk/>
            <pc:sldMk cId="1512739276" sldId="274"/>
            <ac:spMk id="13" creationId="{00CA273B-4022-4296-B28E-6A1DEDE32584}"/>
          </ac:spMkLst>
        </pc:spChg>
        <pc:spChg chg="add mod">
          <ac:chgData name="Roth Michael" userId="7e87037c-c18e-431e-8be4-0058b3a0bd26" providerId="ADAL" clId="{38636705-6887-4998-A425-8F90B230AB08}" dt="2026-04-15T14:33:43.644" v="803"/>
          <ac:spMkLst>
            <pc:docMk/>
            <pc:sldMk cId="1512739276" sldId="274"/>
            <ac:spMk id="13" creationId="{1BE96E7D-5D34-443C-B468-A8C870093CB6}"/>
          </ac:spMkLst>
        </pc:spChg>
        <pc:spChg chg="del">
          <ac:chgData name="Roth Michael" userId="7e87037c-c18e-431e-8be4-0058b3a0bd26" providerId="ADAL" clId="{38636705-6887-4998-A425-8F90B230AB08}" dt="2026-04-15T12:06:37.055" v="246" actId="478"/>
          <ac:spMkLst>
            <pc:docMk/>
            <pc:sldMk cId="1512739276" sldId="274"/>
            <ac:spMk id="14" creationId="{3875EDAB-06B9-4D68-9E6D-33E0C890A9C3}"/>
          </ac:spMkLst>
        </pc:spChg>
        <pc:spChg chg="add mod">
          <ac:chgData name="Roth Michael" userId="7e87037c-c18e-431e-8be4-0058b3a0bd26" providerId="ADAL" clId="{38636705-6887-4998-A425-8F90B230AB08}" dt="2026-04-15T14:33:43.644" v="803"/>
          <ac:spMkLst>
            <pc:docMk/>
            <pc:sldMk cId="1512739276" sldId="274"/>
            <ac:spMk id="14" creationId="{A72758A2-A35C-4E70-B260-24F66BC80948}"/>
          </ac:spMkLst>
        </pc:spChg>
        <pc:spChg chg="add mod">
          <ac:chgData name="Roth Michael" userId="7e87037c-c18e-431e-8be4-0058b3a0bd26" providerId="ADAL" clId="{38636705-6887-4998-A425-8F90B230AB08}" dt="2026-04-15T14:33:43.644" v="803"/>
          <ac:spMkLst>
            <pc:docMk/>
            <pc:sldMk cId="1512739276" sldId="274"/>
            <ac:spMk id="15" creationId="{09BAC58E-A87A-44C7-A8B4-F0048D7DF310}"/>
          </ac:spMkLst>
        </pc:spChg>
        <pc:spChg chg="del">
          <ac:chgData name="Roth Michael" userId="7e87037c-c18e-431e-8be4-0058b3a0bd26" providerId="ADAL" clId="{38636705-6887-4998-A425-8F90B230AB08}" dt="2026-04-15T12:06:37.055" v="246" actId="478"/>
          <ac:spMkLst>
            <pc:docMk/>
            <pc:sldMk cId="1512739276" sldId="274"/>
            <ac:spMk id="15" creationId="{D71DEA78-BE01-45F8-AB59-EE393F85134A}"/>
          </ac:spMkLst>
        </pc:spChg>
        <pc:spChg chg="add mod">
          <ac:chgData name="Roth Michael" userId="7e87037c-c18e-431e-8be4-0058b3a0bd26" providerId="ADAL" clId="{38636705-6887-4998-A425-8F90B230AB08}" dt="2026-04-15T14:33:43.644" v="803"/>
          <ac:spMkLst>
            <pc:docMk/>
            <pc:sldMk cId="1512739276" sldId="274"/>
            <ac:spMk id="16" creationId="{960889C6-1C9C-4AE5-B391-99B580B976B2}"/>
          </ac:spMkLst>
        </pc:spChg>
        <pc:spChg chg="add mod">
          <ac:chgData name="Roth Michael" userId="7e87037c-c18e-431e-8be4-0058b3a0bd26" providerId="ADAL" clId="{38636705-6887-4998-A425-8F90B230AB08}" dt="2026-04-15T14:33:43.644" v="803"/>
          <ac:spMkLst>
            <pc:docMk/>
            <pc:sldMk cId="1512739276" sldId="274"/>
            <ac:spMk id="17" creationId="{ECCBCE46-EA07-4824-9584-FC22B3DFE84B}"/>
          </ac:spMkLst>
        </pc:spChg>
        <pc:spChg chg="add mod">
          <ac:chgData name="Roth Michael" userId="7e87037c-c18e-431e-8be4-0058b3a0bd26" providerId="ADAL" clId="{38636705-6887-4998-A425-8F90B230AB08}" dt="2026-04-15T14:33:43.644" v="803"/>
          <ac:spMkLst>
            <pc:docMk/>
            <pc:sldMk cId="1512739276" sldId="274"/>
            <ac:spMk id="18" creationId="{64F6078D-502E-48AA-84F2-EB4702DFF8EF}"/>
          </ac:spMkLst>
        </pc:spChg>
        <pc:picChg chg="add del">
          <ac:chgData name="Roth Michael" userId="7e87037c-c18e-431e-8be4-0058b3a0bd26" providerId="ADAL" clId="{38636705-6887-4998-A425-8F90B230AB08}" dt="2026-04-15T13:13:04.632" v="692" actId="478"/>
          <ac:picMkLst>
            <pc:docMk/>
            <pc:sldMk cId="1512739276" sldId="274"/>
            <ac:picMk id="2050" creationId="{F825DA50-8901-463C-B4B7-B6801B57AF47}"/>
          </ac:picMkLst>
        </pc:picChg>
      </pc:sldChg>
      <pc:sldChg chg="del">
        <pc:chgData name="Roth Michael" userId="7e87037c-c18e-431e-8be4-0058b3a0bd26" providerId="ADAL" clId="{38636705-6887-4998-A425-8F90B230AB08}" dt="2026-04-15T10:57:17.087" v="0" actId="47"/>
        <pc:sldMkLst>
          <pc:docMk/>
          <pc:sldMk cId="1845241776" sldId="275"/>
        </pc:sldMkLst>
      </pc:sldChg>
      <pc:sldChg chg="addSp delSp modSp add mod modTransition modAnim">
        <pc:chgData name="Roth Michael" userId="7e87037c-c18e-431e-8be4-0058b3a0bd26" providerId="ADAL" clId="{38636705-6887-4998-A425-8F90B230AB08}" dt="2026-04-20T17:08:40.994" v="2783" actId="20577"/>
        <pc:sldMkLst>
          <pc:docMk/>
          <pc:sldMk cId="2941658509" sldId="275"/>
        </pc:sldMkLst>
        <pc:spChg chg="mod">
          <ac:chgData name="Roth Michael" userId="7e87037c-c18e-431e-8be4-0058b3a0bd26" providerId="ADAL" clId="{38636705-6887-4998-A425-8F90B230AB08}" dt="2026-04-15T12:33:41.617" v="508" actId="1076"/>
          <ac:spMkLst>
            <pc:docMk/>
            <pc:sldMk cId="2941658509" sldId="275"/>
            <ac:spMk id="2" creationId="{BC0412A8-C89B-4F44-8CFC-173A8F87B0E0}"/>
          </ac:spMkLst>
        </pc:spChg>
        <pc:spChg chg="mod topLvl">
          <ac:chgData name="Roth Michael" userId="7e87037c-c18e-431e-8be4-0058b3a0bd26" providerId="ADAL" clId="{38636705-6887-4998-A425-8F90B230AB08}" dt="2026-04-20T08:07:16.672" v="1571" actId="165"/>
          <ac:spMkLst>
            <pc:docMk/>
            <pc:sldMk cId="2941658509" sldId="275"/>
            <ac:spMk id="7" creationId="{0312C871-1693-4A08-9A1C-27D00B92B2E6}"/>
          </ac:spMkLst>
        </pc:spChg>
        <pc:spChg chg="mod topLvl">
          <ac:chgData name="Roth Michael" userId="7e87037c-c18e-431e-8be4-0058b3a0bd26" providerId="ADAL" clId="{38636705-6887-4998-A425-8F90B230AB08}" dt="2026-04-20T08:07:16.672" v="1571" actId="165"/>
          <ac:spMkLst>
            <pc:docMk/>
            <pc:sldMk cId="2941658509" sldId="275"/>
            <ac:spMk id="8" creationId="{4677BA1F-6711-4852-B03E-CE473607C32D}"/>
          </ac:spMkLst>
        </pc:spChg>
        <pc:spChg chg="mod topLvl">
          <ac:chgData name="Roth Michael" userId="7e87037c-c18e-431e-8be4-0058b3a0bd26" providerId="ADAL" clId="{38636705-6887-4998-A425-8F90B230AB08}" dt="2026-04-20T08:07:16.672" v="1571" actId="165"/>
          <ac:spMkLst>
            <pc:docMk/>
            <pc:sldMk cId="2941658509" sldId="275"/>
            <ac:spMk id="9" creationId="{CFBF7515-0AAD-45EF-8A38-F174B4CCC646}"/>
          </ac:spMkLst>
        </pc:spChg>
        <pc:spChg chg="mod topLvl">
          <ac:chgData name="Roth Michael" userId="7e87037c-c18e-431e-8be4-0058b3a0bd26" providerId="ADAL" clId="{38636705-6887-4998-A425-8F90B230AB08}" dt="2026-04-20T08:07:16.672" v="1571" actId="165"/>
          <ac:spMkLst>
            <pc:docMk/>
            <pc:sldMk cId="2941658509" sldId="275"/>
            <ac:spMk id="10" creationId="{1CA46FFA-50C8-4D99-9D1B-43F27E2FC08C}"/>
          </ac:spMkLst>
        </pc:spChg>
        <pc:spChg chg="mod topLvl">
          <ac:chgData name="Roth Michael" userId="7e87037c-c18e-431e-8be4-0058b3a0bd26" providerId="ADAL" clId="{38636705-6887-4998-A425-8F90B230AB08}" dt="2026-04-20T08:07:16.672" v="1571" actId="165"/>
          <ac:spMkLst>
            <pc:docMk/>
            <pc:sldMk cId="2941658509" sldId="275"/>
            <ac:spMk id="11" creationId="{B4B01082-0754-45DA-8B2E-EA86502CE3F1}"/>
          </ac:spMkLst>
        </pc:spChg>
        <pc:spChg chg="add del mod">
          <ac:chgData name="Roth Michael" userId="7e87037c-c18e-431e-8be4-0058b3a0bd26" providerId="ADAL" clId="{38636705-6887-4998-A425-8F90B230AB08}" dt="2026-04-15T12:31:19.955" v="474" actId="478"/>
          <ac:spMkLst>
            <pc:docMk/>
            <pc:sldMk cId="2941658509" sldId="275"/>
            <ac:spMk id="12" creationId="{9CB5B244-273C-4C54-AC47-6A5286967FF8}"/>
          </ac:spMkLst>
        </pc:spChg>
        <pc:spChg chg="add mod">
          <ac:chgData name="Roth Michael" userId="7e87037c-c18e-431e-8be4-0058b3a0bd26" providerId="ADAL" clId="{38636705-6887-4998-A425-8F90B230AB08}" dt="2026-04-15T12:38:43.820" v="591" actId="14100"/>
          <ac:spMkLst>
            <pc:docMk/>
            <pc:sldMk cId="2941658509" sldId="275"/>
            <ac:spMk id="13" creationId="{715CC5ED-EC92-4CA6-AAE0-926FD71A1139}"/>
          </ac:spMkLst>
        </pc:spChg>
        <pc:spChg chg="add del mod">
          <ac:chgData name="Roth Michael" userId="7e87037c-c18e-431e-8be4-0058b3a0bd26" providerId="ADAL" clId="{38636705-6887-4998-A425-8F90B230AB08}" dt="2026-04-15T12:33:17.788" v="503" actId="478"/>
          <ac:spMkLst>
            <pc:docMk/>
            <pc:sldMk cId="2941658509" sldId="275"/>
            <ac:spMk id="14" creationId="{C2760391-F2C0-4E8B-BCF1-C627FE6A908B}"/>
          </ac:spMkLst>
        </pc:spChg>
        <pc:spChg chg="add del mod">
          <ac:chgData name="Roth Michael" userId="7e87037c-c18e-431e-8be4-0058b3a0bd26" providerId="ADAL" clId="{38636705-6887-4998-A425-8F90B230AB08}" dt="2026-04-15T12:33:17.788" v="503" actId="478"/>
          <ac:spMkLst>
            <pc:docMk/>
            <pc:sldMk cId="2941658509" sldId="275"/>
            <ac:spMk id="15" creationId="{087A7002-6F3B-48E8-B3CC-21FBBD167236}"/>
          </ac:spMkLst>
        </pc:spChg>
        <pc:spChg chg="add del mod">
          <ac:chgData name="Roth Michael" userId="7e87037c-c18e-431e-8be4-0058b3a0bd26" providerId="ADAL" clId="{38636705-6887-4998-A425-8F90B230AB08}" dt="2026-04-15T12:33:17.788" v="503" actId="478"/>
          <ac:spMkLst>
            <pc:docMk/>
            <pc:sldMk cId="2941658509" sldId="275"/>
            <ac:spMk id="16" creationId="{9D74EC5A-C100-4470-B03F-40294D2DFEA5}"/>
          </ac:spMkLst>
        </pc:spChg>
        <pc:spChg chg="add del mod">
          <ac:chgData name="Roth Michael" userId="7e87037c-c18e-431e-8be4-0058b3a0bd26" providerId="ADAL" clId="{38636705-6887-4998-A425-8F90B230AB08}" dt="2026-04-15T12:33:31.162" v="506" actId="478"/>
          <ac:spMkLst>
            <pc:docMk/>
            <pc:sldMk cId="2941658509" sldId="275"/>
            <ac:spMk id="17" creationId="{54FC234F-09E4-49C5-9567-45F118DE5C97}"/>
          </ac:spMkLst>
        </pc:spChg>
        <pc:spChg chg="add mod">
          <ac:chgData name="Roth Michael" userId="7e87037c-c18e-431e-8be4-0058b3a0bd26" providerId="ADAL" clId="{38636705-6887-4998-A425-8F90B230AB08}" dt="2026-04-15T12:38:50.073" v="592" actId="1076"/>
          <ac:spMkLst>
            <pc:docMk/>
            <pc:sldMk cId="2941658509" sldId="275"/>
            <ac:spMk id="18" creationId="{F199F088-AED8-419E-80CF-7079900D3EE8}"/>
          </ac:spMkLst>
        </pc:spChg>
        <pc:spChg chg="add del mod">
          <ac:chgData name="Roth Michael" userId="7e87037c-c18e-431e-8be4-0058b3a0bd26" providerId="ADAL" clId="{38636705-6887-4998-A425-8F90B230AB08}" dt="2026-04-15T12:34:36.314" v="518" actId="478"/>
          <ac:spMkLst>
            <pc:docMk/>
            <pc:sldMk cId="2941658509" sldId="275"/>
            <ac:spMk id="19" creationId="{5FDD9D89-AC43-44C3-9042-349B930014C7}"/>
          </ac:spMkLst>
        </pc:spChg>
        <pc:spChg chg="add del mod">
          <ac:chgData name="Roth Michael" userId="7e87037c-c18e-431e-8be4-0058b3a0bd26" providerId="ADAL" clId="{38636705-6887-4998-A425-8F90B230AB08}" dt="2026-04-15T12:34:36.314" v="518" actId="478"/>
          <ac:spMkLst>
            <pc:docMk/>
            <pc:sldMk cId="2941658509" sldId="275"/>
            <ac:spMk id="20" creationId="{34F83B66-6081-497F-BFA7-7E6A851531CB}"/>
          </ac:spMkLst>
        </pc:spChg>
        <pc:spChg chg="add del mod">
          <ac:chgData name="Roth Michael" userId="7e87037c-c18e-431e-8be4-0058b3a0bd26" providerId="ADAL" clId="{38636705-6887-4998-A425-8F90B230AB08}" dt="2026-04-15T12:34:36.314" v="518" actId="478"/>
          <ac:spMkLst>
            <pc:docMk/>
            <pc:sldMk cId="2941658509" sldId="275"/>
            <ac:spMk id="21" creationId="{9A1F2D57-0DDF-4E82-AD1B-34CD5F6092C4}"/>
          </ac:spMkLst>
        </pc:spChg>
        <pc:spChg chg="add del mod">
          <ac:chgData name="Roth Michael" userId="7e87037c-c18e-431e-8be4-0058b3a0bd26" providerId="ADAL" clId="{38636705-6887-4998-A425-8F90B230AB08}" dt="2026-04-15T12:37:38.578" v="540" actId="478"/>
          <ac:spMkLst>
            <pc:docMk/>
            <pc:sldMk cId="2941658509" sldId="275"/>
            <ac:spMk id="22" creationId="{24B4EE19-00DB-45CF-B00E-F64E5608A12D}"/>
          </ac:spMkLst>
        </pc:spChg>
        <pc:spChg chg="add del mod">
          <ac:chgData name="Roth Michael" userId="7e87037c-c18e-431e-8be4-0058b3a0bd26" providerId="ADAL" clId="{38636705-6887-4998-A425-8F90B230AB08}" dt="2026-04-15T12:37:40.357" v="541" actId="478"/>
          <ac:spMkLst>
            <pc:docMk/>
            <pc:sldMk cId="2941658509" sldId="275"/>
            <ac:spMk id="23" creationId="{6AF88869-C8C3-4AE9-87A0-DAEFFFDD38DA}"/>
          </ac:spMkLst>
        </pc:spChg>
        <pc:spChg chg="add mod">
          <ac:chgData name="Roth Michael" userId="7e87037c-c18e-431e-8be4-0058b3a0bd26" providerId="ADAL" clId="{38636705-6887-4998-A425-8F90B230AB08}" dt="2026-04-15T12:38:43.820" v="591" actId="14100"/>
          <ac:spMkLst>
            <pc:docMk/>
            <pc:sldMk cId="2941658509" sldId="275"/>
            <ac:spMk id="24" creationId="{C1EE9FE4-8A8C-4654-87B2-16DED720ACDC}"/>
          </ac:spMkLst>
        </pc:spChg>
        <pc:spChg chg="add mod">
          <ac:chgData name="Roth Michael" userId="7e87037c-c18e-431e-8be4-0058b3a0bd26" providerId="ADAL" clId="{38636705-6887-4998-A425-8F90B230AB08}" dt="2026-04-15T15:19:22.882" v="1119" actId="20577"/>
          <ac:spMkLst>
            <pc:docMk/>
            <pc:sldMk cId="2941658509" sldId="275"/>
            <ac:spMk id="25" creationId="{A07D32FA-FD65-4591-BA78-97B3932FBB1E}"/>
          </ac:spMkLst>
        </pc:spChg>
        <pc:spChg chg="add mod ord">
          <ac:chgData name="Roth Michael" userId="7e87037c-c18e-431e-8be4-0058b3a0bd26" providerId="ADAL" clId="{38636705-6887-4998-A425-8F90B230AB08}" dt="2026-04-15T12:42:49.184" v="629" actId="164"/>
          <ac:spMkLst>
            <pc:docMk/>
            <pc:sldMk cId="2941658509" sldId="275"/>
            <ac:spMk id="26" creationId="{436FEFD3-5B2D-4E23-A583-838EDF5AD631}"/>
          </ac:spMkLst>
        </pc:spChg>
        <pc:spChg chg="add mod">
          <ac:chgData name="Roth Michael" userId="7e87037c-c18e-431e-8be4-0058b3a0bd26" providerId="ADAL" clId="{38636705-6887-4998-A425-8F90B230AB08}" dt="2026-04-15T12:47:12.736" v="655" actId="554"/>
          <ac:spMkLst>
            <pc:docMk/>
            <pc:sldMk cId="2941658509" sldId="275"/>
            <ac:spMk id="27" creationId="{6C2C9E56-A2A2-4EE6-AF1C-6D71ECDB4E0B}"/>
          </ac:spMkLst>
        </pc:spChg>
        <pc:spChg chg="add mod">
          <ac:chgData name="Roth Michael" userId="7e87037c-c18e-431e-8be4-0058b3a0bd26" providerId="ADAL" clId="{38636705-6887-4998-A425-8F90B230AB08}" dt="2026-04-20T17:08:40.994" v="2783" actId="20577"/>
          <ac:spMkLst>
            <pc:docMk/>
            <pc:sldMk cId="2941658509" sldId="275"/>
            <ac:spMk id="28" creationId="{80EC64F4-7766-453F-89F5-02919CC3E5A3}"/>
          </ac:spMkLst>
        </pc:spChg>
        <pc:spChg chg="add del mod">
          <ac:chgData name="Roth Michael" userId="7e87037c-c18e-431e-8be4-0058b3a0bd26" providerId="ADAL" clId="{38636705-6887-4998-A425-8F90B230AB08}" dt="2026-04-15T12:40:22.699" v="604" actId="478"/>
          <ac:spMkLst>
            <pc:docMk/>
            <pc:sldMk cId="2941658509" sldId="275"/>
            <ac:spMk id="28" creationId="{9438CB7B-A581-488E-A4B3-2AB56DA0F540}"/>
          </ac:spMkLst>
        </pc:spChg>
        <pc:spChg chg="add del mod">
          <ac:chgData name="Roth Michael" userId="7e87037c-c18e-431e-8be4-0058b3a0bd26" providerId="ADAL" clId="{38636705-6887-4998-A425-8F90B230AB08}" dt="2026-04-15T12:40:22.699" v="604" actId="478"/>
          <ac:spMkLst>
            <pc:docMk/>
            <pc:sldMk cId="2941658509" sldId="275"/>
            <ac:spMk id="29" creationId="{B4E7CFEE-2878-43D5-9C2B-3CFF1CFB419B}"/>
          </ac:spMkLst>
        </pc:spChg>
        <pc:spChg chg="add mod ord">
          <ac:chgData name="Roth Michael" userId="7e87037c-c18e-431e-8be4-0058b3a0bd26" providerId="ADAL" clId="{38636705-6887-4998-A425-8F90B230AB08}" dt="2026-04-15T12:42:14.862" v="625" actId="255"/>
          <ac:spMkLst>
            <pc:docMk/>
            <pc:sldMk cId="2941658509" sldId="275"/>
            <ac:spMk id="30" creationId="{9C069DD0-60D5-44E5-AC7D-CF46A62F245A}"/>
          </ac:spMkLst>
        </pc:spChg>
        <pc:spChg chg="add mod ord">
          <ac:chgData name="Roth Michael" userId="7e87037c-c18e-431e-8be4-0058b3a0bd26" providerId="ADAL" clId="{38636705-6887-4998-A425-8F90B230AB08}" dt="2026-04-15T12:42:14.862" v="625" actId="255"/>
          <ac:spMkLst>
            <pc:docMk/>
            <pc:sldMk cId="2941658509" sldId="275"/>
            <ac:spMk id="31" creationId="{74E2E545-3A00-4670-8709-301ACDB204F1}"/>
          </ac:spMkLst>
        </pc:spChg>
        <pc:spChg chg="add mod ord">
          <ac:chgData name="Roth Michael" userId="7e87037c-c18e-431e-8be4-0058b3a0bd26" providerId="ADAL" clId="{38636705-6887-4998-A425-8F90B230AB08}" dt="2026-04-15T12:42:14.862" v="625" actId="255"/>
          <ac:spMkLst>
            <pc:docMk/>
            <pc:sldMk cId="2941658509" sldId="275"/>
            <ac:spMk id="32" creationId="{537727AD-8833-4163-89FD-015375180B52}"/>
          </ac:spMkLst>
        </pc:spChg>
        <pc:spChg chg="add mod ord">
          <ac:chgData name="Roth Michael" userId="7e87037c-c18e-431e-8be4-0058b3a0bd26" providerId="ADAL" clId="{38636705-6887-4998-A425-8F90B230AB08}" dt="2026-04-15T12:42:14.862" v="625" actId="255"/>
          <ac:spMkLst>
            <pc:docMk/>
            <pc:sldMk cId="2941658509" sldId="275"/>
            <ac:spMk id="33" creationId="{9FA7A91A-5245-4E9E-822F-09F6F5B5AF03}"/>
          </ac:spMkLst>
        </pc:spChg>
        <pc:spChg chg="add mod">
          <ac:chgData name="Roth Michael" userId="7e87037c-c18e-431e-8be4-0058b3a0bd26" providerId="ADAL" clId="{38636705-6887-4998-A425-8F90B230AB08}" dt="2026-04-15T12:47:12.736" v="655" actId="554"/>
          <ac:spMkLst>
            <pc:docMk/>
            <pc:sldMk cId="2941658509" sldId="275"/>
            <ac:spMk id="42" creationId="{3777151A-59AC-4416-B112-9381D121E7B2}"/>
          </ac:spMkLst>
        </pc:spChg>
        <pc:spChg chg="add mod">
          <ac:chgData name="Roth Michael" userId="7e87037c-c18e-431e-8be4-0058b3a0bd26" providerId="ADAL" clId="{38636705-6887-4998-A425-8F90B230AB08}" dt="2026-04-15T12:47:12.736" v="655" actId="554"/>
          <ac:spMkLst>
            <pc:docMk/>
            <pc:sldMk cId="2941658509" sldId="275"/>
            <ac:spMk id="43" creationId="{869F14FF-52EF-49F2-BC13-77F96E526524}"/>
          </ac:spMkLst>
        </pc:spChg>
        <pc:grpChg chg="del mod">
          <ac:chgData name="Roth Michael" userId="7e87037c-c18e-431e-8be4-0058b3a0bd26" providerId="ADAL" clId="{38636705-6887-4998-A425-8F90B230AB08}" dt="2026-04-20T08:07:16.672" v="1571" actId="165"/>
          <ac:grpSpMkLst>
            <pc:docMk/>
            <pc:sldMk cId="2941658509" sldId="275"/>
            <ac:grpSpMk id="6" creationId="{9A3D28E3-73B0-47FB-A93A-C5DD15060F91}"/>
          </ac:grpSpMkLst>
        </pc:grpChg>
        <pc:grpChg chg="add mod">
          <ac:chgData name="Roth Michael" userId="7e87037c-c18e-431e-8be4-0058b3a0bd26" providerId="ADAL" clId="{38636705-6887-4998-A425-8F90B230AB08}" dt="2026-04-15T12:45:54.612" v="650" actId="1076"/>
          <ac:grpSpMkLst>
            <pc:docMk/>
            <pc:sldMk cId="2941658509" sldId="275"/>
            <ac:grpSpMk id="39" creationId="{244A0A08-82AA-4C6F-9870-3BA10B64F634}"/>
          </ac:grpSpMkLst>
        </pc:grpChg>
        <pc:grpChg chg="add mod">
          <ac:chgData name="Roth Michael" userId="7e87037c-c18e-431e-8be4-0058b3a0bd26" providerId="ADAL" clId="{38636705-6887-4998-A425-8F90B230AB08}" dt="2026-04-15T12:42:52.527" v="630" actId="1076"/>
          <ac:grpSpMkLst>
            <pc:docMk/>
            <pc:sldMk cId="2941658509" sldId="275"/>
            <ac:grpSpMk id="41" creationId="{252F2B69-BCD7-4B11-BF73-3EC2124EDC8B}"/>
          </ac:grpSpMkLst>
        </pc:grpChg>
        <pc:graphicFrameChg chg="add del mod modGraphic">
          <ac:chgData name="Roth Michael" userId="7e87037c-c18e-431e-8be4-0058b3a0bd26" providerId="ADAL" clId="{38636705-6887-4998-A425-8F90B230AB08}" dt="2026-04-15T12:26:33.521" v="468" actId="18245"/>
          <ac:graphicFrameMkLst>
            <pc:docMk/>
            <pc:sldMk cId="2941658509" sldId="275"/>
            <ac:graphicFrameMk id="3" creationId="{45D3F29B-542D-4157-A950-0455B09619F7}"/>
          </ac:graphicFrameMkLst>
        </pc:graphicFrameChg>
        <pc:picChg chg="add del mod">
          <ac:chgData name="Roth Michael" userId="7e87037c-c18e-431e-8be4-0058b3a0bd26" providerId="ADAL" clId="{38636705-6887-4998-A425-8F90B230AB08}" dt="2026-04-15T15:17:03.756" v="1101" actId="478"/>
          <ac:picMkLst>
            <pc:docMk/>
            <pc:sldMk cId="2941658509" sldId="275"/>
            <ac:picMk id="4" creationId="{16644A2F-D7D7-44D3-9065-39CDA647BA14}"/>
          </ac:picMkLst>
        </pc:picChg>
        <pc:picChg chg="add del mod">
          <ac:chgData name="Roth Michael" userId="7e87037c-c18e-431e-8be4-0058b3a0bd26" providerId="ADAL" clId="{38636705-6887-4998-A425-8F90B230AB08}" dt="2026-04-15T12:25:51.872" v="467" actId="478"/>
          <ac:picMkLst>
            <pc:docMk/>
            <pc:sldMk cId="2941658509" sldId="275"/>
            <ac:picMk id="5" creationId="{52F91A5C-AD24-4314-8D77-D253617C5427}"/>
          </ac:picMkLst>
        </pc:picChg>
        <pc:picChg chg="add mod">
          <ac:chgData name="Roth Michael" userId="7e87037c-c18e-431e-8be4-0058b3a0bd26" providerId="ADAL" clId="{38636705-6887-4998-A425-8F90B230AB08}" dt="2026-04-15T12:45:47.251" v="649" actId="1076"/>
          <ac:picMkLst>
            <pc:docMk/>
            <pc:sldMk cId="2941658509" sldId="275"/>
            <ac:picMk id="1026" creationId="{F50600BD-3A96-4778-9075-04E65E91C3EA}"/>
          </ac:picMkLst>
        </pc:picChg>
        <pc:cxnChg chg="add mod">
          <ac:chgData name="Roth Michael" userId="7e87037c-c18e-431e-8be4-0058b3a0bd26" providerId="ADAL" clId="{38636705-6887-4998-A425-8F90B230AB08}" dt="2026-04-15T12:42:07.675" v="624" actId="164"/>
          <ac:cxnSpMkLst>
            <pc:docMk/>
            <pc:sldMk cId="2941658509" sldId="275"/>
            <ac:cxnSpMk id="35" creationId="{96FD36DA-7CBF-4306-AD93-214E5FBB2DBF}"/>
          </ac:cxnSpMkLst>
        </pc:cxnChg>
        <pc:cxnChg chg="add mod">
          <ac:chgData name="Roth Michael" userId="7e87037c-c18e-431e-8be4-0058b3a0bd26" providerId="ADAL" clId="{38636705-6887-4998-A425-8F90B230AB08}" dt="2026-04-15T12:42:07.675" v="624" actId="164"/>
          <ac:cxnSpMkLst>
            <pc:docMk/>
            <pc:sldMk cId="2941658509" sldId="275"/>
            <ac:cxnSpMk id="36" creationId="{28F88B1B-BFBD-4288-A19E-8F77484DD586}"/>
          </ac:cxnSpMkLst>
        </pc:cxnChg>
        <pc:cxnChg chg="add mod">
          <ac:chgData name="Roth Michael" userId="7e87037c-c18e-431e-8be4-0058b3a0bd26" providerId="ADAL" clId="{38636705-6887-4998-A425-8F90B230AB08}" dt="2026-04-15T12:42:49.184" v="629" actId="164"/>
          <ac:cxnSpMkLst>
            <pc:docMk/>
            <pc:sldMk cId="2941658509" sldId="275"/>
            <ac:cxnSpMk id="40" creationId="{BA8E5F23-C598-41DF-87F9-93ABEA687AC4}"/>
          </ac:cxnSpMkLst>
        </pc:cxnChg>
      </pc:sldChg>
      <pc:sldChg chg="addSp delSp modSp add mod modTransition modAnim">
        <pc:chgData name="Roth Michael" userId="7e87037c-c18e-431e-8be4-0058b3a0bd26" providerId="ADAL" clId="{38636705-6887-4998-A425-8F90B230AB08}" dt="2026-04-20T17:10:55.194" v="2893" actId="20577"/>
        <pc:sldMkLst>
          <pc:docMk/>
          <pc:sldMk cId="780372280" sldId="276"/>
        </pc:sldMkLst>
        <pc:spChg chg="mod">
          <ac:chgData name="Roth Michael" userId="7e87037c-c18e-431e-8be4-0058b3a0bd26" providerId="ADAL" clId="{38636705-6887-4998-A425-8F90B230AB08}" dt="2026-04-15T13:16:05.553" v="715"/>
          <ac:spMkLst>
            <pc:docMk/>
            <pc:sldMk cId="780372280" sldId="276"/>
            <ac:spMk id="2" creationId="{BC0412A8-C89B-4F44-8CFC-173A8F87B0E0}"/>
          </ac:spMkLst>
        </pc:spChg>
        <pc:spChg chg="mod">
          <ac:chgData name="Roth Michael" userId="7e87037c-c18e-431e-8be4-0058b3a0bd26" providerId="ADAL" clId="{38636705-6887-4998-A425-8F90B230AB08}" dt="2026-04-20T08:35:20.749" v="1979" actId="14100"/>
          <ac:spMkLst>
            <pc:docMk/>
            <pc:sldMk cId="780372280" sldId="276"/>
            <ac:spMk id="4" creationId="{A71D445F-822A-4C1A-AC5F-59859746E7A6}"/>
          </ac:spMkLst>
        </pc:spChg>
        <pc:spChg chg="mod">
          <ac:chgData name="Roth Michael" userId="7e87037c-c18e-431e-8be4-0058b3a0bd26" providerId="ADAL" clId="{38636705-6887-4998-A425-8F90B230AB08}" dt="2026-04-20T08:35:00.640" v="1976" actId="552"/>
          <ac:spMkLst>
            <pc:docMk/>
            <pc:sldMk cId="780372280" sldId="276"/>
            <ac:spMk id="5" creationId="{2BA1F8C0-DF86-4604-A61D-66A07189252B}"/>
          </ac:spMkLst>
        </pc:spChg>
        <pc:spChg chg="mod">
          <ac:chgData name="Roth Michael" userId="7e87037c-c18e-431e-8be4-0058b3a0bd26" providerId="ADAL" clId="{38636705-6887-4998-A425-8F90B230AB08}" dt="2026-04-20T08:35:36.845" v="2011" actId="1035"/>
          <ac:spMkLst>
            <pc:docMk/>
            <pc:sldMk cId="780372280" sldId="276"/>
            <ac:spMk id="8" creationId="{40DF8707-F529-4D2B-B4E4-E179C075196E}"/>
          </ac:spMkLst>
        </pc:spChg>
        <pc:spChg chg="mod">
          <ac:chgData name="Roth Michael" userId="7e87037c-c18e-431e-8be4-0058b3a0bd26" providerId="ADAL" clId="{38636705-6887-4998-A425-8F90B230AB08}" dt="2026-04-20T08:35:05.028" v="1977" actId="465"/>
          <ac:spMkLst>
            <pc:docMk/>
            <pc:sldMk cId="780372280" sldId="276"/>
            <ac:spMk id="9" creationId="{EF8AC9F9-77DE-4EC2-B84D-67F606DA6AB1}"/>
          </ac:spMkLst>
        </pc:spChg>
        <pc:spChg chg="add mod">
          <ac:chgData name="Roth Michael" userId="7e87037c-c18e-431e-8be4-0058b3a0bd26" providerId="ADAL" clId="{38636705-6887-4998-A425-8F90B230AB08}" dt="2026-04-20T08:36:29.298" v="2019" actId="1076"/>
          <ac:spMkLst>
            <pc:docMk/>
            <pc:sldMk cId="780372280" sldId="276"/>
            <ac:spMk id="10" creationId="{819DE08E-B7BC-41C1-95E8-7A8710CE3075}"/>
          </ac:spMkLst>
        </pc:spChg>
        <pc:spChg chg="add del mod">
          <ac:chgData name="Roth Michael" userId="7e87037c-c18e-431e-8be4-0058b3a0bd26" providerId="ADAL" clId="{38636705-6887-4998-A425-8F90B230AB08}" dt="2026-04-15T15:07:18.821" v="1046" actId="478"/>
          <ac:spMkLst>
            <pc:docMk/>
            <pc:sldMk cId="780372280" sldId="276"/>
            <ac:spMk id="10" creationId="{A4CA2931-8490-412E-B67D-CF5DD99E21A7}"/>
          </ac:spMkLst>
        </pc:spChg>
        <pc:spChg chg="add mod">
          <ac:chgData name="Roth Michael" userId="7e87037c-c18e-431e-8be4-0058b3a0bd26" providerId="ADAL" clId="{38636705-6887-4998-A425-8F90B230AB08}" dt="2026-04-20T17:10:55.194" v="2893" actId="20577"/>
          <ac:spMkLst>
            <pc:docMk/>
            <pc:sldMk cId="780372280" sldId="276"/>
            <ac:spMk id="11" creationId="{42781089-9A2C-49A0-A2A9-7C7A5AFC9712}"/>
          </ac:spMkLst>
        </pc:spChg>
        <pc:spChg chg="add del mod">
          <ac:chgData name="Roth Michael" userId="7e87037c-c18e-431e-8be4-0058b3a0bd26" providerId="ADAL" clId="{38636705-6887-4998-A425-8F90B230AB08}" dt="2026-04-20T08:35:53.130" v="2013" actId="21"/>
          <ac:spMkLst>
            <pc:docMk/>
            <pc:sldMk cId="780372280" sldId="276"/>
            <ac:spMk id="11" creationId="{5FE90E4D-D752-4A86-B0EB-6777744BEDF3}"/>
          </ac:spMkLst>
        </pc:spChg>
        <pc:spChg chg="mod">
          <ac:chgData name="Roth Michael" userId="7e87037c-c18e-431e-8be4-0058b3a0bd26" providerId="ADAL" clId="{38636705-6887-4998-A425-8F90B230AB08}" dt="2026-04-20T08:35:27.660" v="1990" actId="1036"/>
          <ac:spMkLst>
            <pc:docMk/>
            <pc:sldMk cId="780372280" sldId="276"/>
            <ac:spMk id="12" creationId="{8BE45C30-30F6-4648-A652-5F93F29C4161}"/>
          </ac:spMkLst>
        </pc:spChg>
        <pc:spChg chg="mod">
          <ac:chgData name="Roth Michael" userId="7e87037c-c18e-431e-8be4-0058b3a0bd26" providerId="ADAL" clId="{38636705-6887-4998-A425-8F90B230AB08}" dt="2026-04-20T08:35:00.640" v="1976" actId="552"/>
          <ac:spMkLst>
            <pc:docMk/>
            <pc:sldMk cId="780372280" sldId="276"/>
            <ac:spMk id="13" creationId="{00CA273B-4022-4296-B28E-6A1DEDE32584}"/>
          </ac:spMkLst>
        </pc:spChg>
        <pc:spChg chg="del">
          <ac:chgData name="Roth Michael" userId="7e87037c-c18e-431e-8be4-0058b3a0bd26" providerId="ADAL" clId="{38636705-6887-4998-A425-8F90B230AB08}" dt="2026-04-15T13:15:05.703" v="699" actId="478"/>
          <ac:spMkLst>
            <pc:docMk/>
            <pc:sldMk cId="780372280" sldId="276"/>
            <ac:spMk id="15" creationId="{D71DEA78-BE01-45F8-AB59-EE393F85134A}"/>
          </ac:spMkLst>
        </pc:spChg>
      </pc:sldChg>
      <pc:sldChg chg="del">
        <pc:chgData name="Roth Michael" userId="7e87037c-c18e-431e-8be4-0058b3a0bd26" providerId="ADAL" clId="{38636705-6887-4998-A425-8F90B230AB08}" dt="2026-04-15T11:33:59.027" v="215" actId="47"/>
        <pc:sldMkLst>
          <pc:docMk/>
          <pc:sldMk cId="3037860476" sldId="277"/>
        </pc:sldMkLst>
      </pc:sldChg>
      <pc:sldChg chg="addSp delSp modSp add del mod ord">
        <pc:chgData name="Roth Michael" userId="7e87037c-c18e-431e-8be4-0058b3a0bd26" providerId="ADAL" clId="{38636705-6887-4998-A425-8F90B230AB08}" dt="2026-04-17T09:06:48.430" v="1445" actId="47"/>
        <pc:sldMkLst>
          <pc:docMk/>
          <pc:sldMk cId="4286323612" sldId="277"/>
        </pc:sldMkLst>
        <pc:spChg chg="del mod">
          <ac:chgData name="Roth Michael" userId="7e87037c-c18e-431e-8be4-0058b3a0bd26" providerId="ADAL" clId="{38636705-6887-4998-A425-8F90B230AB08}" dt="2026-04-15T14:35:46.168" v="831" actId="478"/>
          <ac:spMkLst>
            <pc:docMk/>
            <pc:sldMk cId="4286323612" sldId="277"/>
            <ac:spMk id="5" creationId="{00000000-0000-0000-0000-000000000000}"/>
          </ac:spMkLst>
        </pc:spChg>
        <pc:spChg chg="del">
          <ac:chgData name="Roth Michael" userId="7e87037c-c18e-431e-8be4-0058b3a0bd26" providerId="ADAL" clId="{38636705-6887-4998-A425-8F90B230AB08}" dt="2026-04-15T14:35:46.168" v="831" actId="478"/>
          <ac:spMkLst>
            <pc:docMk/>
            <pc:sldMk cId="4286323612" sldId="277"/>
            <ac:spMk id="6" creationId="{00000000-0000-0000-0000-000000000000}"/>
          </ac:spMkLst>
        </pc:spChg>
        <pc:spChg chg="del">
          <ac:chgData name="Roth Michael" userId="7e87037c-c18e-431e-8be4-0058b3a0bd26" providerId="ADAL" clId="{38636705-6887-4998-A425-8F90B230AB08}" dt="2026-04-15T14:35:46.168" v="831" actId="478"/>
          <ac:spMkLst>
            <pc:docMk/>
            <pc:sldMk cId="4286323612" sldId="277"/>
            <ac:spMk id="7" creationId="{00000000-0000-0000-0000-000000000000}"/>
          </ac:spMkLst>
        </pc:spChg>
        <pc:spChg chg="del">
          <ac:chgData name="Roth Michael" userId="7e87037c-c18e-431e-8be4-0058b3a0bd26" providerId="ADAL" clId="{38636705-6887-4998-A425-8F90B230AB08}" dt="2026-04-15T14:35:46.168" v="831" actId="478"/>
          <ac:spMkLst>
            <pc:docMk/>
            <pc:sldMk cId="4286323612" sldId="277"/>
            <ac:spMk id="8" creationId="{00000000-0000-0000-0000-000000000000}"/>
          </ac:spMkLst>
        </pc:spChg>
        <pc:spChg chg="del">
          <ac:chgData name="Roth Michael" userId="7e87037c-c18e-431e-8be4-0058b3a0bd26" providerId="ADAL" clId="{38636705-6887-4998-A425-8F90B230AB08}" dt="2026-04-15T14:35:46.168" v="831" actId="478"/>
          <ac:spMkLst>
            <pc:docMk/>
            <pc:sldMk cId="4286323612" sldId="277"/>
            <ac:spMk id="9" creationId="{00000000-0000-0000-0000-000000000000}"/>
          </ac:spMkLst>
        </pc:spChg>
        <pc:spChg chg="del">
          <ac:chgData name="Roth Michael" userId="7e87037c-c18e-431e-8be4-0058b3a0bd26" providerId="ADAL" clId="{38636705-6887-4998-A425-8F90B230AB08}" dt="2026-04-15T14:35:46.168" v="831" actId="478"/>
          <ac:spMkLst>
            <pc:docMk/>
            <pc:sldMk cId="4286323612" sldId="277"/>
            <ac:spMk id="10" creationId="{00000000-0000-0000-0000-000000000000}"/>
          </ac:spMkLst>
        </pc:spChg>
        <pc:spChg chg="del">
          <ac:chgData name="Roth Michael" userId="7e87037c-c18e-431e-8be4-0058b3a0bd26" providerId="ADAL" clId="{38636705-6887-4998-A425-8F90B230AB08}" dt="2026-04-15T14:35:46.168" v="831" actId="478"/>
          <ac:spMkLst>
            <pc:docMk/>
            <pc:sldMk cId="4286323612" sldId="277"/>
            <ac:spMk id="11" creationId="{00000000-0000-0000-0000-000000000000}"/>
          </ac:spMkLst>
        </pc:spChg>
        <pc:spChg chg="del">
          <ac:chgData name="Roth Michael" userId="7e87037c-c18e-431e-8be4-0058b3a0bd26" providerId="ADAL" clId="{38636705-6887-4998-A425-8F90B230AB08}" dt="2026-04-15T14:35:46.168" v="831" actId="478"/>
          <ac:spMkLst>
            <pc:docMk/>
            <pc:sldMk cId="4286323612" sldId="277"/>
            <ac:spMk id="12" creationId="{00000000-0000-0000-0000-000000000000}"/>
          </ac:spMkLst>
        </pc:spChg>
        <pc:spChg chg="del">
          <ac:chgData name="Roth Michael" userId="7e87037c-c18e-431e-8be4-0058b3a0bd26" providerId="ADAL" clId="{38636705-6887-4998-A425-8F90B230AB08}" dt="2026-04-15T14:35:46.168" v="831" actId="478"/>
          <ac:spMkLst>
            <pc:docMk/>
            <pc:sldMk cId="4286323612" sldId="277"/>
            <ac:spMk id="13" creationId="{00000000-0000-0000-0000-000000000000}"/>
          </ac:spMkLst>
        </pc:spChg>
        <pc:spChg chg="del">
          <ac:chgData name="Roth Michael" userId="7e87037c-c18e-431e-8be4-0058b3a0bd26" providerId="ADAL" clId="{38636705-6887-4998-A425-8F90B230AB08}" dt="2026-04-15T14:35:46.168" v="831" actId="478"/>
          <ac:spMkLst>
            <pc:docMk/>
            <pc:sldMk cId="4286323612" sldId="277"/>
            <ac:spMk id="14" creationId="{00000000-0000-0000-0000-000000000000}"/>
          </ac:spMkLst>
        </pc:spChg>
        <pc:spChg chg="del">
          <ac:chgData name="Roth Michael" userId="7e87037c-c18e-431e-8be4-0058b3a0bd26" providerId="ADAL" clId="{38636705-6887-4998-A425-8F90B230AB08}" dt="2026-04-15T14:35:46.168" v="831" actId="478"/>
          <ac:spMkLst>
            <pc:docMk/>
            <pc:sldMk cId="4286323612" sldId="277"/>
            <ac:spMk id="15" creationId="{00000000-0000-0000-0000-000000000000}"/>
          </ac:spMkLst>
        </pc:spChg>
        <pc:spChg chg="del">
          <ac:chgData name="Roth Michael" userId="7e87037c-c18e-431e-8be4-0058b3a0bd26" providerId="ADAL" clId="{38636705-6887-4998-A425-8F90B230AB08}" dt="2026-04-15T14:35:46.168" v="831" actId="478"/>
          <ac:spMkLst>
            <pc:docMk/>
            <pc:sldMk cId="4286323612" sldId="277"/>
            <ac:spMk id="16" creationId="{00000000-0000-0000-0000-000000000000}"/>
          </ac:spMkLst>
        </pc:spChg>
        <pc:spChg chg="del">
          <ac:chgData name="Roth Michael" userId="7e87037c-c18e-431e-8be4-0058b3a0bd26" providerId="ADAL" clId="{38636705-6887-4998-A425-8F90B230AB08}" dt="2026-04-15T14:35:46.168" v="831" actId="478"/>
          <ac:spMkLst>
            <pc:docMk/>
            <pc:sldMk cId="4286323612" sldId="277"/>
            <ac:spMk id="17" creationId="{00000000-0000-0000-0000-000000000000}"/>
          </ac:spMkLst>
        </pc:spChg>
        <pc:spChg chg="del">
          <ac:chgData name="Roth Michael" userId="7e87037c-c18e-431e-8be4-0058b3a0bd26" providerId="ADAL" clId="{38636705-6887-4998-A425-8F90B230AB08}" dt="2026-04-15T14:35:46.168" v="831" actId="478"/>
          <ac:spMkLst>
            <pc:docMk/>
            <pc:sldMk cId="4286323612" sldId="277"/>
            <ac:spMk id="18" creationId="{00000000-0000-0000-0000-000000000000}"/>
          </ac:spMkLst>
        </pc:spChg>
        <pc:spChg chg="del">
          <ac:chgData name="Roth Michael" userId="7e87037c-c18e-431e-8be4-0058b3a0bd26" providerId="ADAL" clId="{38636705-6887-4998-A425-8F90B230AB08}" dt="2026-04-15T14:35:46.168" v="831" actId="478"/>
          <ac:spMkLst>
            <pc:docMk/>
            <pc:sldMk cId="4286323612" sldId="277"/>
            <ac:spMk id="19" creationId="{00000000-0000-0000-0000-000000000000}"/>
          </ac:spMkLst>
        </pc:spChg>
        <pc:spChg chg="del">
          <ac:chgData name="Roth Michael" userId="7e87037c-c18e-431e-8be4-0058b3a0bd26" providerId="ADAL" clId="{38636705-6887-4998-A425-8F90B230AB08}" dt="2026-04-15T14:35:46.168" v="831" actId="478"/>
          <ac:spMkLst>
            <pc:docMk/>
            <pc:sldMk cId="4286323612" sldId="277"/>
            <ac:spMk id="20" creationId="{00000000-0000-0000-0000-000000000000}"/>
          </ac:spMkLst>
        </pc:spChg>
        <pc:spChg chg="del">
          <ac:chgData name="Roth Michael" userId="7e87037c-c18e-431e-8be4-0058b3a0bd26" providerId="ADAL" clId="{38636705-6887-4998-A425-8F90B230AB08}" dt="2026-04-15T14:35:46.168" v="831" actId="478"/>
          <ac:spMkLst>
            <pc:docMk/>
            <pc:sldMk cId="4286323612" sldId="277"/>
            <ac:spMk id="21" creationId="{00000000-0000-0000-0000-000000000000}"/>
          </ac:spMkLst>
        </pc:spChg>
        <pc:spChg chg="del">
          <ac:chgData name="Roth Michael" userId="7e87037c-c18e-431e-8be4-0058b3a0bd26" providerId="ADAL" clId="{38636705-6887-4998-A425-8F90B230AB08}" dt="2026-04-15T14:35:46.168" v="831" actId="478"/>
          <ac:spMkLst>
            <pc:docMk/>
            <pc:sldMk cId="4286323612" sldId="277"/>
            <ac:spMk id="22" creationId="{00000000-0000-0000-0000-000000000000}"/>
          </ac:spMkLst>
        </pc:spChg>
        <pc:spChg chg="del">
          <ac:chgData name="Roth Michael" userId="7e87037c-c18e-431e-8be4-0058b3a0bd26" providerId="ADAL" clId="{38636705-6887-4998-A425-8F90B230AB08}" dt="2026-04-15T14:35:46.168" v="831" actId="478"/>
          <ac:spMkLst>
            <pc:docMk/>
            <pc:sldMk cId="4286323612" sldId="277"/>
            <ac:spMk id="23" creationId="{00000000-0000-0000-0000-000000000000}"/>
          </ac:spMkLst>
        </pc:spChg>
        <pc:spChg chg="del">
          <ac:chgData name="Roth Michael" userId="7e87037c-c18e-431e-8be4-0058b3a0bd26" providerId="ADAL" clId="{38636705-6887-4998-A425-8F90B230AB08}" dt="2026-04-15T14:35:46.168" v="831" actId="478"/>
          <ac:spMkLst>
            <pc:docMk/>
            <pc:sldMk cId="4286323612" sldId="277"/>
            <ac:spMk id="24" creationId="{00000000-0000-0000-0000-000000000000}"/>
          </ac:spMkLst>
        </pc:spChg>
        <pc:spChg chg="add mod">
          <ac:chgData name="Roth Michael" userId="7e87037c-c18e-431e-8be4-0058b3a0bd26" providerId="ADAL" clId="{38636705-6887-4998-A425-8F90B230AB08}" dt="2026-04-15T14:37:45.183" v="855" actId="1036"/>
          <ac:spMkLst>
            <pc:docMk/>
            <pc:sldMk cId="4286323612" sldId="277"/>
            <ac:spMk id="25" creationId="{47821769-2EBC-48A2-A085-64112B2BCEB4}"/>
          </ac:spMkLst>
        </pc:spChg>
        <pc:spChg chg="add mod">
          <ac:chgData name="Roth Michael" userId="7e87037c-c18e-431e-8be4-0058b3a0bd26" providerId="ADAL" clId="{38636705-6887-4998-A425-8F90B230AB08}" dt="2026-04-15T14:37:45.183" v="855" actId="1036"/>
          <ac:spMkLst>
            <pc:docMk/>
            <pc:sldMk cId="4286323612" sldId="277"/>
            <ac:spMk id="26" creationId="{575EA77B-943B-4DE2-91E5-2DB3E07D28DF}"/>
          </ac:spMkLst>
        </pc:spChg>
        <pc:spChg chg="add mod">
          <ac:chgData name="Roth Michael" userId="7e87037c-c18e-431e-8be4-0058b3a0bd26" providerId="ADAL" clId="{38636705-6887-4998-A425-8F90B230AB08}" dt="2026-04-15T14:37:45.183" v="855" actId="1036"/>
          <ac:spMkLst>
            <pc:docMk/>
            <pc:sldMk cId="4286323612" sldId="277"/>
            <ac:spMk id="27" creationId="{612F93B1-81ED-480B-91DE-AC55FAC6EDBA}"/>
          </ac:spMkLst>
        </pc:spChg>
        <pc:spChg chg="add mod">
          <ac:chgData name="Roth Michael" userId="7e87037c-c18e-431e-8be4-0058b3a0bd26" providerId="ADAL" clId="{38636705-6887-4998-A425-8F90B230AB08}" dt="2026-04-15T14:37:45.183" v="855" actId="1036"/>
          <ac:spMkLst>
            <pc:docMk/>
            <pc:sldMk cId="4286323612" sldId="277"/>
            <ac:spMk id="29" creationId="{0FADD8D7-5154-46FA-9BDF-1731B04B192F}"/>
          </ac:spMkLst>
        </pc:spChg>
        <pc:spChg chg="add mod">
          <ac:chgData name="Roth Michael" userId="7e87037c-c18e-431e-8be4-0058b3a0bd26" providerId="ADAL" clId="{38636705-6887-4998-A425-8F90B230AB08}" dt="2026-04-15T14:37:45.183" v="855" actId="1036"/>
          <ac:spMkLst>
            <pc:docMk/>
            <pc:sldMk cId="4286323612" sldId="277"/>
            <ac:spMk id="30" creationId="{211C2754-5B13-48A0-A3E7-669CBBD376E9}"/>
          </ac:spMkLst>
        </pc:spChg>
        <pc:spChg chg="add mod">
          <ac:chgData name="Roth Michael" userId="7e87037c-c18e-431e-8be4-0058b3a0bd26" providerId="ADAL" clId="{38636705-6887-4998-A425-8F90B230AB08}" dt="2026-04-15T14:37:45.183" v="855" actId="1036"/>
          <ac:spMkLst>
            <pc:docMk/>
            <pc:sldMk cId="4286323612" sldId="277"/>
            <ac:spMk id="32" creationId="{560630A6-76CF-4C72-9D01-2253C79A7446}"/>
          </ac:spMkLst>
        </pc:spChg>
        <pc:spChg chg="add mod">
          <ac:chgData name="Roth Michael" userId="7e87037c-c18e-431e-8be4-0058b3a0bd26" providerId="ADAL" clId="{38636705-6887-4998-A425-8F90B230AB08}" dt="2026-04-15T14:37:45.183" v="855" actId="1036"/>
          <ac:spMkLst>
            <pc:docMk/>
            <pc:sldMk cId="4286323612" sldId="277"/>
            <ac:spMk id="33" creationId="{2EE574B3-2237-40AD-9F1C-509902FBBE4B}"/>
          </ac:spMkLst>
        </pc:spChg>
        <pc:spChg chg="add mod">
          <ac:chgData name="Roth Michael" userId="7e87037c-c18e-431e-8be4-0058b3a0bd26" providerId="ADAL" clId="{38636705-6887-4998-A425-8F90B230AB08}" dt="2026-04-15T14:37:45.183" v="855" actId="1036"/>
          <ac:spMkLst>
            <pc:docMk/>
            <pc:sldMk cId="4286323612" sldId="277"/>
            <ac:spMk id="35" creationId="{233777D3-C19B-46C4-A2AD-8F49D84C254A}"/>
          </ac:spMkLst>
        </pc:spChg>
        <pc:spChg chg="add mod">
          <ac:chgData name="Roth Michael" userId="7e87037c-c18e-431e-8be4-0058b3a0bd26" providerId="ADAL" clId="{38636705-6887-4998-A425-8F90B230AB08}" dt="2026-04-15T14:37:45.183" v="855" actId="1036"/>
          <ac:spMkLst>
            <pc:docMk/>
            <pc:sldMk cId="4286323612" sldId="277"/>
            <ac:spMk id="36" creationId="{5D3F8DAD-9B30-400A-8F2F-80A1AA5BEFC1}"/>
          </ac:spMkLst>
        </pc:spChg>
        <pc:spChg chg="add mod">
          <ac:chgData name="Roth Michael" userId="7e87037c-c18e-431e-8be4-0058b3a0bd26" providerId="ADAL" clId="{38636705-6887-4998-A425-8F90B230AB08}" dt="2026-04-15T14:37:45.183" v="855" actId="1036"/>
          <ac:spMkLst>
            <pc:docMk/>
            <pc:sldMk cId="4286323612" sldId="277"/>
            <ac:spMk id="38" creationId="{8E240DBA-7757-4217-9605-FEBED707984A}"/>
          </ac:spMkLst>
        </pc:spChg>
        <pc:spChg chg="add mod">
          <ac:chgData name="Roth Michael" userId="7e87037c-c18e-431e-8be4-0058b3a0bd26" providerId="ADAL" clId="{38636705-6887-4998-A425-8F90B230AB08}" dt="2026-04-15T14:37:45.183" v="855" actId="1036"/>
          <ac:spMkLst>
            <pc:docMk/>
            <pc:sldMk cId="4286323612" sldId="277"/>
            <ac:spMk id="39" creationId="{1D5A59D8-85A1-495D-8EB9-9F61C8ED6CB6}"/>
          </ac:spMkLst>
        </pc:spChg>
        <pc:spChg chg="add mod">
          <ac:chgData name="Roth Michael" userId="7e87037c-c18e-431e-8be4-0058b3a0bd26" providerId="ADAL" clId="{38636705-6887-4998-A425-8F90B230AB08}" dt="2026-04-15T14:37:45.183" v="855" actId="1036"/>
          <ac:spMkLst>
            <pc:docMk/>
            <pc:sldMk cId="4286323612" sldId="277"/>
            <ac:spMk id="41" creationId="{89BBBB6D-6965-4D9D-BE55-2567E4A375AD}"/>
          </ac:spMkLst>
        </pc:spChg>
        <pc:spChg chg="add mod">
          <ac:chgData name="Roth Michael" userId="7e87037c-c18e-431e-8be4-0058b3a0bd26" providerId="ADAL" clId="{38636705-6887-4998-A425-8F90B230AB08}" dt="2026-04-15T14:37:45.183" v="855" actId="1036"/>
          <ac:spMkLst>
            <pc:docMk/>
            <pc:sldMk cId="4286323612" sldId="277"/>
            <ac:spMk id="42" creationId="{E4833D5E-B781-4F72-B3A1-F45F6236C608}"/>
          </ac:spMkLst>
        </pc:spChg>
        <pc:spChg chg="add mod">
          <ac:chgData name="Roth Michael" userId="7e87037c-c18e-431e-8be4-0058b3a0bd26" providerId="ADAL" clId="{38636705-6887-4998-A425-8F90B230AB08}" dt="2026-04-15T14:37:45.183" v="855" actId="1036"/>
          <ac:spMkLst>
            <pc:docMk/>
            <pc:sldMk cId="4286323612" sldId="277"/>
            <ac:spMk id="44" creationId="{69858F26-4706-4E10-8BA6-3934A7FE55CB}"/>
          </ac:spMkLst>
        </pc:spChg>
        <pc:spChg chg="add mod">
          <ac:chgData name="Roth Michael" userId="7e87037c-c18e-431e-8be4-0058b3a0bd26" providerId="ADAL" clId="{38636705-6887-4998-A425-8F90B230AB08}" dt="2026-04-15T14:37:45.183" v="855" actId="1036"/>
          <ac:spMkLst>
            <pc:docMk/>
            <pc:sldMk cId="4286323612" sldId="277"/>
            <ac:spMk id="45" creationId="{8B1C60C4-76B7-4958-ABBA-803B7CB95FBD}"/>
          </ac:spMkLst>
        </pc:spChg>
        <pc:spChg chg="add mod">
          <ac:chgData name="Roth Michael" userId="7e87037c-c18e-431e-8be4-0058b3a0bd26" providerId="ADAL" clId="{38636705-6887-4998-A425-8F90B230AB08}" dt="2026-04-15T14:37:45.183" v="855" actId="1036"/>
          <ac:spMkLst>
            <pc:docMk/>
            <pc:sldMk cId="4286323612" sldId="277"/>
            <ac:spMk id="47" creationId="{EF68E494-426C-4CC8-9554-D5E749841527}"/>
          </ac:spMkLst>
        </pc:spChg>
        <pc:spChg chg="add mod">
          <ac:chgData name="Roth Michael" userId="7e87037c-c18e-431e-8be4-0058b3a0bd26" providerId="ADAL" clId="{38636705-6887-4998-A425-8F90B230AB08}" dt="2026-04-15T14:37:45.183" v="855" actId="1036"/>
          <ac:spMkLst>
            <pc:docMk/>
            <pc:sldMk cId="4286323612" sldId="277"/>
            <ac:spMk id="48" creationId="{F330694D-D61C-4073-9BE2-F90C5B3FFD3C}"/>
          </ac:spMkLst>
        </pc:spChg>
        <pc:spChg chg="add mod">
          <ac:chgData name="Roth Michael" userId="7e87037c-c18e-431e-8be4-0058b3a0bd26" providerId="ADAL" clId="{38636705-6887-4998-A425-8F90B230AB08}" dt="2026-04-15T14:37:45.183" v="855" actId="1036"/>
          <ac:spMkLst>
            <pc:docMk/>
            <pc:sldMk cId="4286323612" sldId="277"/>
            <ac:spMk id="49" creationId="{CFA25A94-6CDE-45D4-BCB8-516E7B353B47}"/>
          </ac:spMkLst>
        </pc:spChg>
        <pc:spChg chg="add mod">
          <ac:chgData name="Roth Michael" userId="7e87037c-c18e-431e-8be4-0058b3a0bd26" providerId="ADAL" clId="{38636705-6887-4998-A425-8F90B230AB08}" dt="2026-04-15T14:37:45.183" v="855" actId="1036"/>
          <ac:spMkLst>
            <pc:docMk/>
            <pc:sldMk cId="4286323612" sldId="277"/>
            <ac:spMk id="50" creationId="{0AD0D5CD-60A4-40F5-84AC-354DEDD0FCDD}"/>
          </ac:spMkLst>
        </pc:spChg>
        <pc:spChg chg="add mod">
          <ac:chgData name="Roth Michael" userId="7e87037c-c18e-431e-8be4-0058b3a0bd26" providerId="ADAL" clId="{38636705-6887-4998-A425-8F90B230AB08}" dt="2026-04-15T14:37:45.183" v="855" actId="1036"/>
          <ac:spMkLst>
            <pc:docMk/>
            <pc:sldMk cId="4286323612" sldId="277"/>
            <ac:spMk id="51" creationId="{8D0B8591-7ECC-49F0-B36B-AF4A2DD0D141}"/>
          </ac:spMkLst>
        </pc:spChg>
        <pc:picChg chg="add mod">
          <ac:chgData name="Roth Michael" userId="7e87037c-c18e-431e-8be4-0058b3a0bd26" providerId="ADAL" clId="{38636705-6887-4998-A425-8F90B230AB08}" dt="2026-04-15T14:37:45.183" v="855" actId="1036"/>
          <ac:picMkLst>
            <pc:docMk/>
            <pc:sldMk cId="4286323612" sldId="277"/>
            <ac:picMk id="28" creationId="{AD73B3F6-4B6C-4833-89F3-8CA1E7CCD4D7}"/>
          </ac:picMkLst>
        </pc:picChg>
        <pc:picChg chg="add mod">
          <ac:chgData name="Roth Michael" userId="7e87037c-c18e-431e-8be4-0058b3a0bd26" providerId="ADAL" clId="{38636705-6887-4998-A425-8F90B230AB08}" dt="2026-04-15T14:37:45.183" v="855" actId="1036"/>
          <ac:picMkLst>
            <pc:docMk/>
            <pc:sldMk cId="4286323612" sldId="277"/>
            <ac:picMk id="31" creationId="{21E00CE6-24CE-47DB-B19E-23C553A5260B}"/>
          </ac:picMkLst>
        </pc:picChg>
        <pc:picChg chg="add mod">
          <ac:chgData name="Roth Michael" userId="7e87037c-c18e-431e-8be4-0058b3a0bd26" providerId="ADAL" clId="{38636705-6887-4998-A425-8F90B230AB08}" dt="2026-04-15T14:37:45.183" v="855" actId="1036"/>
          <ac:picMkLst>
            <pc:docMk/>
            <pc:sldMk cId="4286323612" sldId="277"/>
            <ac:picMk id="34" creationId="{025FDE21-993A-4297-8ACC-6313CE5FC5C2}"/>
          </ac:picMkLst>
        </pc:picChg>
        <pc:picChg chg="add mod">
          <ac:chgData name="Roth Michael" userId="7e87037c-c18e-431e-8be4-0058b3a0bd26" providerId="ADAL" clId="{38636705-6887-4998-A425-8F90B230AB08}" dt="2026-04-15T14:37:45.183" v="855" actId="1036"/>
          <ac:picMkLst>
            <pc:docMk/>
            <pc:sldMk cId="4286323612" sldId="277"/>
            <ac:picMk id="37" creationId="{ED6B1AF2-71A9-4CAE-A7FD-36B6CE319301}"/>
          </ac:picMkLst>
        </pc:picChg>
        <pc:picChg chg="add mod">
          <ac:chgData name="Roth Michael" userId="7e87037c-c18e-431e-8be4-0058b3a0bd26" providerId="ADAL" clId="{38636705-6887-4998-A425-8F90B230AB08}" dt="2026-04-15T14:37:45.183" v="855" actId="1036"/>
          <ac:picMkLst>
            <pc:docMk/>
            <pc:sldMk cId="4286323612" sldId="277"/>
            <ac:picMk id="40" creationId="{A178343A-6246-4EFF-8A6E-96100B01B3F7}"/>
          </ac:picMkLst>
        </pc:picChg>
        <pc:picChg chg="add mod">
          <ac:chgData name="Roth Michael" userId="7e87037c-c18e-431e-8be4-0058b3a0bd26" providerId="ADAL" clId="{38636705-6887-4998-A425-8F90B230AB08}" dt="2026-04-15T14:37:45.183" v="855" actId="1036"/>
          <ac:picMkLst>
            <pc:docMk/>
            <pc:sldMk cId="4286323612" sldId="277"/>
            <ac:picMk id="43" creationId="{84E07993-3FC0-451E-A1FC-509A6317045D}"/>
          </ac:picMkLst>
        </pc:picChg>
        <pc:picChg chg="add mod">
          <ac:chgData name="Roth Michael" userId="7e87037c-c18e-431e-8be4-0058b3a0bd26" providerId="ADAL" clId="{38636705-6887-4998-A425-8F90B230AB08}" dt="2026-04-15T14:37:45.183" v="855" actId="1036"/>
          <ac:picMkLst>
            <pc:docMk/>
            <pc:sldMk cId="4286323612" sldId="277"/>
            <ac:picMk id="46" creationId="{5F846A8D-267E-4308-A406-67F9A01B1C46}"/>
          </ac:picMkLst>
        </pc:picChg>
      </pc:sldChg>
      <pc:sldChg chg="del">
        <pc:chgData name="Roth Michael" userId="7e87037c-c18e-431e-8be4-0058b3a0bd26" providerId="ADAL" clId="{38636705-6887-4998-A425-8F90B230AB08}" dt="2026-04-15T11:33:59.027" v="215" actId="47"/>
        <pc:sldMkLst>
          <pc:docMk/>
          <pc:sldMk cId="3395790862" sldId="278"/>
        </pc:sldMkLst>
      </pc:sldChg>
      <pc:sldChg chg="addSp delSp modSp new mod modTransition delAnim modAnim">
        <pc:chgData name="Roth Michael" userId="7e87037c-c18e-431e-8be4-0058b3a0bd26" providerId="ADAL" clId="{38636705-6887-4998-A425-8F90B230AB08}" dt="2026-04-20T17:09:19.211" v="2816" actId="20577"/>
        <pc:sldMkLst>
          <pc:docMk/>
          <pc:sldMk cId="4293813065" sldId="278"/>
        </pc:sldMkLst>
        <pc:spChg chg="mod">
          <ac:chgData name="Roth Michael" userId="7e87037c-c18e-431e-8be4-0058b3a0bd26" providerId="ADAL" clId="{38636705-6887-4998-A425-8F90B230AB08}" dt="2026-04-15T15:28:14.277" v="1193" actId="207"/>
          <ac:spMkLst>
            <pc:docMk/>
            <pc:sldMk cId="4293813065" sldId="278"/>
            <ac:spMk id="2" creationId="{83745DE5-216B-4BF5-A3DA-042B47CA6EE4}"/>
          </ac:spMkLst>
        </pc:spChg>
        <pc:spChg chg="add del mod">
          <ac:chgData name="Roth Michael" userId="7e87037c-c18e-431e-8be4-0058b3a0bd26" providerId="ADAL" clId="{38636705-6887-4998-A425-8F90B230AB08}" dt="2026-04-15T15:22:38.672" v="1132" actId="478"/>
          <ac:spMkLst>
            <pc:docMk/>
            <pc:sldMk cId="4293813065" sldId="278"/>
            <ac:spMk id="3" creationId="{CA96B7C2-32BC-42CC-96F5-BD25F3B31F05}"/>
          </ac:spMkLst>
        </pc:spChg>
        <pc:spChg chg="add mod topLvl">
          <ac:chgData name="Roth Michael" userId="7e87037c-c18e-431e-8be4-0058b3a0bd26" providerId="ADAL" clId="{38636705-6887-4998-A425-8F90B230AB08}" dt="2026-04-15T15:26:03.887" v="1174" actId="1076"/>
          <ac:spMkLst>
            <pc:docMk/>
            <pc:sldMk cId="4293813065" sldId="278"/>
            <ac:spMk id="4" creationId="{4C21AC05-5D5A-48D5-82F3-2920E06D8E17}"/>
          </ac:spMkLst>
        </pc:spChg>
        <pc:spChg chg="add del mod">
          <ac:chgData name="Roth Michael" userId="7e87037c-c18e-431e-8be4-0058b3a0bd26" providerId="ADAL" clId="{38636705-6887-4998-A425-8F90B230AB08}" dt="2026-04-15T15:21:29.231" v="1122" actId="478"/>
          <ac:spMkLst>
            <pc:docMk/>
            <pc:sldMk cId="4293813065" sldId="278"/>
            <ac:spMk id="5" creationId="{575DE1F1-1FFB-4179-AF4A-7F38ABB2AE21}"/>
          </ac:spMkLst>
        </pc:spChg>
        <pc:spChg chg="add mod topLvl">
          <ac:chgData name="Roth Michael" userId="7e87037c-c18e-431e-8be4-0058b3a0bd26" providerId="ADAL" clId="{38636705-6887-4998-A425-8F90B230AB08}" dt="2026-04-20T08:24:38.009" v="1790" actId="1035"/>
          <ac:spMkLst>
            <pc:docMk/>
            <pc:sldMk cId="4293813065" sldId="278"/>
            <ac:spMk id="6" creationId="{35F13849-2330-4038-9CBE-A9FD434B04B6}"/>
          </ac:spMkLst>
        </pc:spChg>
        <pc:spChg chg="add mod topLvl">
          <ac:chgData name="Roth Michael" userId="7e87037c-c18e-431e-8be4-0058b3a0bd26" providerId="ADAL" clId="{38636705-6887-4998-A425-8F90B230AB08}" dt="2026-04-20T08:24:54.540" v="1791" actId="255"/>
          <ac:spMkLst>
            <pc:docMk/>
            <pc:sldMk cId="4293813065" sldId="278"/>
            <ac:spMk id="7" creationId="{B1C67481-0B78-4DC4-BF3B-CCE072C94DEF}"/>
          </ac:spMkLst>
        </pc:spChg>
        <pc:spChg chg="add mod topLvl">
          <ac:chgData name="Roth Michael" userId="7e87037c-c18e-431e-8be4-0058b3a0bd26" providerId="ADAL" clId="{38636705-6887-4998-A425-8F90B230AB08}" dt="2026-04-20T08:25:07.769" v="1802" actId="14100"/>
          <ac:spMkLst>
            <pc:docMk/>
            <pc:sldMk cId="4293813065" sldId="278"/>
            <ac:spMk id="8" creationId="{3665EDF7-3125-4F81-B222-94E2BA72D72C}"/>
          </ac:spMkLst>
        </pc:spChg>
        <pc:spChg chg="add mod topLvl">
          <ac:chgData name="Roth Michael" userId="7e87037c-c18e-431e-8be4-0058b3a0bd26" providerId="ADAL" clId="{38636705-6887-4998-A425-8F90B230AB08}" dt="2026-04-15T15:26:03.887" v="1174" actId="1076"/>
          <ac:spMkLst>
            <pc:docMk/>
            <pc:sldMk cId="4293813065" sldId="278"/>
            <ac:spMk id="9" creationId="{7C7F98D6-323C-4D17-B779-F2E7183F0095}"/>
          </ac:spMkLst>
        </pc:spChg>
        <pc:spChg chg="add del mod">
          <ac:chgData name="Roth Michael" userId="7e87037c-c18e-431e-8be4-0058b3a0bd26" providerId="ADAL" clId="{38636705-6887-4998-A425-8F90B230AB08}" dt="2026-04-15T15:21:29.231" v="1122" actId="478"/>
          <ac:spMkLst>
            <pc:docMk/>
            <pc:sldMk cId="4293813065" sldId="278"/>
            <ac:spMk id="10" creationId="{96457A91-BEDE-4EFD-A37B-8E911255718C}"/>
          </ac:spMkLst>
        </pc:spChg>
        <pc:spChg chg="add mod topLvl">
          <ac:chgData name="Roth Michael" userId="7e87037c-c18e-431e-8be4-0058b3a0bd26" providerId="ADAL" clId="{38636705-6887-4998-A425-8F90B230AB08}" dt="2026-04-20T08:24:38.009" v="1790" actId="1035"/>
          <ac:spMkLst>
            <pc:docMk/>
            <pc:sldMk cId="4293813065" sldId="278"/>
            <ac:spMk id="11" creationId="{F1D269F6-1A51-4B9A-981E-9A10BA8295B0}"/>
          </ac:spMkLst>
        </pc:spChg>
        <pc:spChg chg="add mod topLvl">
          <ac:chgData name="Roth Michael" userId="7e87037c-c18e-431e-8be4-0058b3a0bd26" providerId="ADAL" clId="{38636705-6887-4998-A425-8F90B230AB08}" dt="2026-04-20T08:24:54.540" v="1791" actId="255"/>
          <ac:spMkLst>
            <pc:docMk/>
            <pc:sldMk cId="4293813065" sldId="278"/>
            <ac:spMk id="12" creationId="{6D4907A1-84C9-4F6D-A6E1-A67F510861CF}"/>
          </ac:spMkLst>
        </pc:spChg>
        <pc:spChg chg="add mod topLvl">
          <ac:chgData name="Roth Michael" userId="7e87037c-c18e-431e-8be4-0058b3a0bd26" providerId="ADAL" clId="{38636705-6887-4998-A425-8F90B230AB08}" dt="2026-04-20T08:25:07.769" v="1802" actId="14100"/>
          <ac:spMkLst>
            <pc:docMk/>
            <pc:sldMk cId="4293813065" sldId="278"/>
            <ac:spMk id="13" creationId="{E55AF226-BB16-46B1-95F7-90B52B9CCACA}"/>
          </ac:spMkLst>
        </pc:spChg>
        <pc:spChg chg="add mod topLvl">
          <ac:chgData name="Roth Michael" userId="7e87037c-c18e-431e-8be4-0058b3a0bd26" providerId="ADAL" clId="{38636705-6887-4998-A425-8F90B230AB08}" dt="2026-04-15T15:26:03.887" v="1174" actId="1076"/>
          <ac:spMkLst>
            <pc:docMk/>
            <pc:sldMk cId="4293813065" sldId="278"/>
            <ac:spMk id="14" creationId="{BF70E610-289D-4825-9D86-032E53B1C307}"/>
          </ac:spMkLst>
        </pc:spChg>
        <pc:spChg chg="add del mod">
          <ac:chgData name="Roth Michael" userId="7e87037c-c18e-431e-8be4-0058b3a0bd26" providerId="ADAL" clId="{38636705-6887-4998-A425-8F90B230AB08}" dt="2026-04-15T15:21:29.231" v="1122" actId="478"/>
          <ac:spMkLst>
            <pc:docMk/>
            <pc:sldMk cId="4293813065" sldId="278"/>
            <ac:spMk id="15" creationId="{1F077762-12D2-4DE1-A14D-678C668B15F7}"/>
          </ac:spMkLst>
        </pc:spChg>
        <pc:spChg chg="add mod topLvl">
          <ac:chgData name="Roth Michael" userId="7e87037c-c18e-431e-8be4-0058b3a0bd26" providerId="ADAL" clId="{38636705-6887-4998-A425-8F90B230AB08}" dt="2026-04-20T08:24:38.009" v="1790" actId="1035"/>
          <ac:spMkLst>
            <pc:docMk/>
            <pc:sldMk cId="4293813065" sldId="278"/>
            <ac:spMk id="16" creationId="{70227004-C193-42C4-9B61-5E33E2F35093}"/>
          </ac:spMkLst>
        </pc:spChg>
        <pc:spChg chg="add mod topLvl">
          <ac:chgData name="Roth Michael" userId="7e87037c-c18e-431e-8be4-0058b3a0bd26" providerId="ADAL" clId="{38636705-6887-4998-A425-8F90B230AB08}" dt="2026-04-20T08:24:54.540" v="1791" actId="255"/>
          <ac:spMkLst>
            <pc:docMk/>
            <pc:sldMk cId="4293813065" sldId="278"/>
            <ac:spMk id="17" creationId="{073CAA65-1658-4B96-B9F5-93B2D7D04C04}"/>
          </ac:spMkLst>
        </pc:spChg>
        <pc:spChg chg="add mod topLvl">
          <ac:chgData name="Roth Michael" userId="7e87037c-c18e-431e-8be4-0058b3a0bd26" providerId="ADAL" clId="{38636705-6887-4998-A425-8F90B230AB08}" dt="2026-04-20T08:25:07.769" v="1802" actId="14100"/>
          <ac:spMkLst>
            <pc:docMk/>
            <pc:sldMk cId="4293813065" sldId="278"/>
            <ac:spMk id="18" creationId="{98DC600B-4C28-4ED6-A407-1ECD9D585552}"/>
          </ac:spMkLst>
        </pc:spChg>
        <pc:spChg chg="add mod topLvl">
          <ac:chgData name="Roth Michael" userId="7e87037c-c18e-431e-8be4-0058b3a0bd26" providerId="ADAL" clId="{38636705-6887-4998-A425-8F90B230AB08}" dt="2026-04-15T15:26:03.887" v="1174" actId="1076"/>
          <ac:spMkLst>
            <pc:docMk/>
            <pc:sldMk cId="4293813065" sldId="278"/>
            <ac:spMk id="19" creationId="{8E0D98F4-51B9-4B96-A577-374E34071B25}"/>
          </ac:spMkLst>
        </pc:spChg>
        <pc:spChg chg="add del mod">
          <ac:chgData name="Roth Michael" userId="7e87037c-c18e-431e-8be4-0058b3a0bd26" providerId="ADAL" clId="{38636705-6887-4998-A425-8F90B230AB08}" dt="2026-04-15T15:21:29.231" v="1122" actId="478"/>
          <ac:spMkLst>
            <pc:docMk/>
            <pc:sldMk cId="4293813065" sldId="278"/>
            <ac:spMk id="20" creationId="{CCA0481D-5001-4311-A7E8-600540A5B440}"/>
          </ac:spMkLst>
        </pc:spChg>
        <pc:spChg chg="add mod topLvl">
          <ac:chgData name="Roth Michael" userId="7e87037c-c18e-431e-8be4-0058b3a0bd26" providerId="ADAL" clId="{38636705-6887-4998-A425-8F90B230AB08}" dt="2026-04-20T08:24:38.009" v="1790" actId="1035"/>
          <ac:spMkLst>
            <pc:docMk/>
            <pc:sldMk cId="4293813065" sldId="278"/>
            <ac:spMk id="21" creationId="{3F0C1B67-F73A-48A4-BD26-319F24D68654}"/>
          </ac:spMkLst>
        </pc:spChg>
        <pc:spChg chg="add mod topLvl">
          <ac:chgData name="Roth Michael" userId="7e87037c-c18e-431e-8be4-0058b3a0bd26" providerId="ADAL" clId="{38636705-6887-4998-A425-8F90B230AB08}" dt="2026-04-20T08:24:54.540" v="1791" actId="255"/>
          <ac:spMkLst>
            <pc:docMk/>
            <pc:sldMk cId="4293813065" sldId="278"/>
            <ac:spMk id="22" creationId="{4D6DF5AF-456E-48A0-A0B9-14D9607CF4D9}"/>
          </ac:spMkLst>
        </pc:spChg>
        <pc:spChg chg="add mod topLvl">
          <ac:chgData name="Roth Michael" userId="7e87037c-c18e-431e-8be4-0058b3a0bd26" providerId="ADAL" clId="{38636705-6887-4998-A425-8F90B230AB08}" dt="2026-04-20T08:25:07.769" v="1802" actId="14100"/>
          <ac:spMkLst>
            <pc:docMk/>
            <pc:sldMk cId="4293813065" sldId="278"/>
            <ac:spMk id="23" creationId="{0FF4D35B-93A9-41F3-A23E-208636AC4A35}"/>
          </ac:spMkLst>
        </pc:spChg>
        <pc:spChg chg="add mod topLvl">
          <ac:chgData name="Roth Michael" userId="7e87037c-c18e-431e-8be4-0058b3a0bd26" providerId="ADAL" clId="{38636705-6887-4998-A425-8F90B230AB08}" dt="2026-04-20T08:48:12.214" v="2038" actId="1036"/>
          <ac:spMkLst>
            <pc:docMk/>
            <pc:sldMk cId="4293813065" sldId="278"/>
            <ac:spMk id="24" creationId="{3BA21398-928D-455D-9230-96D8B700A5D1}"/>
          </ac:spMkLst>
        </pc:spChg>
        <pc:spChg chg="add mod">
          <ac:chgData name="Roth Michael" userId="7e87037c-c18e-431e-8be4-0058b3a0bd26" providerId="ADAL" clId="{38636705-6887-4998-A425-8F90B230AB08}" dt="2026-04-20T17:09:19.211" v="2816" actId="20577"/>
          <ac:spMkLst>
            <pc:docMk/>
            <pc:sldMk cId="4293813065" sldId="278"/>
            <ac:spMk id="25" creationId="{935B4058-7DCD-49F8-89B5-E0CECDE21CAA}"/>
          </ac:spMkLst>
        </pc:spChg>
        <pc:spChg chg="add del mod topLvl">
          <ac:chgData name="Roth Michael" userId="7e87037c-c18e-431e-8be4-0058b3a0bd26" providerId="ADAL" clId="{38636705-6887-4998-A425-8F90B230AB08}" dt="2026-04-17T09:11:02.112" v="1456" actId="478"/>
          <ac:spMkLst>
            <pc:docMk/>
            <pc:sldMk cId="4293813065" sldId="278"/>
            <ac:spMk id="25" creationId="{B1D4A954-8E80-4A64-88AB-91472449AA9C}"/>
          </ac:spMkLst>
        </pc:spChg>
        <pc:spChg chg="add mod topLvl">
          <ac:chgData name="Roth Michael" userId="7e87037c-c18e-431e-8be4-0058b3a0bd26" providerId="ADAL" clId="{38636705-6887-4998-A425-8F90B230AB08}" dt="2026-04-20T08:48:12.214" v="2038" actId="1036"/>
          <ac:spMkLst>
            <pc:docMk/>
            <pc:sldMk cId="4293813065" sldId="278"/>
            <ac:spMk id="26" creationId="{A560953F-1344-43AC-A36E-FB31E679225C}"/>
          </ac:spMkLst>
        </pc:spChg>
        <pc:spChg chg="add del mod topLvl">
          <ac:chgData name="Roth Michael" userId="7e87037c-c18e-431e-8be4-0058b3a0bd26" providerId="ADAL" clId="{38636705-6887-4998-A425-8F90B230AB08}" dt="2026-04-20T08:48:06.565" v="2023" actId="478"/>
          <ac:spMkLst>
            <pc:docMk/>
            <pc:sldMk cId="4293813065" sldId="278"/>
            <ac:spMk id="27" creationId="{4F79F066-40F3-48DC-8BCE-C67A70CD2984}"/>
          </ac:spMkLst>
        </pc:spChg>
        <pc:spChg chg="add del mod topLvl">
          <ac:chgData name="Roth Michael" userId="7e87037c-c18e-431e-8be4-0058b3a0bd26" providerId="ADAL" clId="{38636705-6887-4998-A425-8F90B230AB08}" dt="2026-04-15T15:25:46.539" v="1170" actId="478"/>
          <ac:spMkLst>
            <pc:docMk/>
            <pc:sldMk cId="4293813065" sldId="278"/>
            <ac:spMk id="28" creationId="{269C3B2E-E0B1-467D-AD13-E694955026DE}"/>
          </ac:spMkLst>
        </pc:spChg>
        <pc:spChg chg="add mod">
          <ac:chgData name="Roth Michael" userId="7e87037c-c18e-431e-8be4-0058b3a0bd26" providerId="ADAL" clId="{38636705-6887-4998-A425-8F90B230AB08}" dt="2026-04-20T08:48:12.214" v="2038" actId="1036"/>
          <ac:spMkLst>
            <pc:docMk/>
            <pc:sldMk cId="4293813065" sldId="278"/>
            <ac:spMk id="28" creationId="{C1A43679-E05D-436A-8690-381D37E2EFB9}"/>
          </ac:spMkLst>
        </pc:spChg>
        <pc:spChg chg="add del mod topLvl">
          <ac:chgData name="Roth Michael" userId="7e87037c-c18e-431e-8be4-0058b3a0bd26" providerId="ADAL" clId="{38636705-6887-4998-A425-8F90B230AB08}" dt="2026-04-15T15:25:47.904" v="1171" actId="478"/>
          <ac:spMkLst>
            <pc:docMk/>
            <pc:sldMk cId="4293813065" sldId="278"/>
            <ac:spMk id="29" creationId="{54DA8718-E49E-4D3A-80DB-23768E57B8FE}"/>
          </ac:spMkLst>
        </pc:spChg>
        <pc:spChg chg="add del mod">
          <ac:chgData name="Roth Michael" userId="7e87037c-c18e-431e-8be4-0058b3a0bd26" providerId="ADAL" clId="{38636705-6887-4998-A425-8F90B230AB08}" dt="2026-04-20T08:31:31.549" v="1960" actId="478"/>
          <ac:spMkLst>
            <pc:docMk/>
            <pc:sldMk cId="4293813065" sldId="278"/>
            <ac:spMk id="29" creationId="{DEC77CC3-2895-4CE9-9CFE-037BA18A3068}"/>
          </ac:spMkLst>
        </pc:spChg>
        <pc:spChg chg="add del mod topLvl">
          <ac:chgData name="Roth Michael" userId="7e87037c-c18e-431e-8be4-0058b3a0bd26" providerId="ADAL" clId="{38636705-6887-4998-A425-8F90B230AB08}" dt="2026-04-15T15:25:49.993" v="1172" actId="478"/>
          <ac:spMkLst>
            <pc:docMk/>
            <pc:sldMk cId="4293813065" sldId="278"/>
            <ac:spMk id="30" creationId="{B5BBFCD9-5CA7-4DB9-B8CE-E87D45184CFE}"/>
          </ac:spMkLst>
        </pc:spChg>
        <pc:spChg chg="add mod">
          <ac:chgData name="Roth Michael" userId="7e87037c-c18e-431e-8be4-0058b3a0bd26" providerId="ADAL" clId="{38636705-6887-4998-A425-8F90B230AB08}" dt="2026-04-15T15:40:52.957" v="1405" actId="1036"/>
          <ac:spMkLst>
            <pc:docMk/>
            <pc:sldMk cId="4293813065" sldId="278"/>
            <ac:spMk id="32" creationId="{54211A99-743B-419E-AD45-C1EF2E319E54}"/>
          </ac:spMkLst>
        </pc:spChg>
        <pc:spChg chg="add mod">
          <ac:chgData name="Roth Michael" userId="7e87037c-c18e-431e-8be4-0058b3a0bd26" providerId="ADAL" clId="{38636705-6887-4998-A425-8F90B230AB08}" dt="2026-04-15T15:40:52.957" v="1405" actId="1036"/>
          <ac:spMkLst>
            <pc:docMk/>
            <pc:sldMk cId="4293813065" sldId="278"/>
            <ac:spMk id="33" creationId="{B5473A5A-4EA7-4486-BF47-43E730242EEB}"/>
          </ac:spMkLst>
        </pc:spChg>
        <pc:spChg chg="add mod">
          <ac:chgData name="Roth Michael" userId="7e87037c-c18e-431e-8be4-0058b3a0bd26" providerId="ADAL" clId="{38636705-6887-4998-A425-8F90B230AB08}" dt="2026-04-15T15:40:59.709" v="1418" actId="1037"/>
          <ac:spMkLst>
            <pc:docMk/>
            <pc:sldMk cId="4293813065" sldId="278"/>
            <ac:spMk id="34" creationId="{3385835A-0C0D-4F56-94C2-20DC6CA4B1B8}"/>
          </ac:spMkLst>
        </pc:spChg>
        <pc:grpChg chg="add del mod">
          <ac:chgData name="Roth Michael" userId="7e87037c-c18e-431e-8be4-0058b3a0bd26" providerId="ADAL" clId="{38636705-6887-4998-A425-8F90B230AB08}" dt="2026-04-15T15:22:08.136" v="1125" actId="165"/>
          <ac:grpSpMkLst>
            <pc:docMk/>
            <pc:sldMk cId="4293813065" sldId="278"/>
            <ac:grpSpMk id="31" creationId="{AD03A44D-9AC2-4C81-BB83-FDC72CCDE0E6}"/>
          </ac:grpSpMkLst>
        </pc:grpChg>
      </pc:sldChg>
      <pc:sldChg chg="addSp delSp modSp add mod modTransition modAnim">
        <pc:chgData name="Roth Michael" userId="7e87037c-c18e-431e-8be4-0058b3a0bd26" providerId="ADAL" clId="{38636705-6887-4998-A425-8F90B230AB08}" dt="2026-04-21T11:38:20.328" v="3004" actId="2"/>
        <pc:sldMkLst>
          <pc:docMk/>
          <pc:sldMk cId="2876277065" sldId="279"/>
        </pc:sldMkLst>
        <pc:spChg chg="mod">
          <ac:chgData name="Roth Michael" userId="7e87037c-c18e-431e-8be4-0058b3a0bd26" providerId="ADAL" clId="{38636705-6887-4998-A425-8F90B230AB08}" dt="2026-04-15T14:55:18.987" v="1028" actId="1076"/>
          <ac:spMkLst>
            <pc:docMk/>
            <pc:sldMk cId="2876277065" sldId="279"/>
            <ac:spMk id="2" creationId="{BC0412A8-C89B-4F44-8CFC-173A8F87B0E0}"/>
          </ac:spMkLst>
        </pc:spChg>
        <pc:spChg chg="del">
          <ac:chgData name="Roth Michael" userId="7e87037c-c18e-431e-8be4-0058b3a0bd26" providerId="ADAL" clId="{38636705-6887-4998-A425-8F90B230AB08}" dt="2026-04-15T14:34:15.816" v="805" actId="478"/>
          <ac:spMkLst>
            <pc:docMk/>
            <pc:sldMk cId="2876277065" sldId="279"/>
            <ac:spMk id="3" creationId="{F09DA03B-B9A0-4AFE-A298-F6C1EAB4A0F9}"/>
          </ac:spMkLst>
        </pc:spChg>
        <pc:spChg chg="del">
          <ac:chgData name="Roth Michael" userId="7e87037c-c18e-431e-8be4-0058b3a0bd26" providerId="ADAL" clId="{38636705-6887-4998-A425-8F90B230AB08}" dt="2026-04-15T14:34:15.816" v="805" actId="478"/>
          <ac:spMkLst>
            <pc:docMk/>
            <pc:sldMk cId="2876277065" sldId="279"/>
            <ac:spMk id="4" creationId="{590A2273-7849-4FCF-B01D-BA07DF71B7A4}"/>
          </ac:spMkLst>
        </pc:spChg>
        <pc:spChg chg="del">
          <ac:chgData name="Roth Michael" userId="7e87037c-c18e-431e-8be4-0058b3a0bd26" providerId="ADAL" clId="{38636705-6887-4998-A425-8F90B230AB08}" dt="2026-04-15T14:34:15.816" v="805" actId="478"/>
          <ac:spMkLst>
            <pc:docMk/>
            <pc:sldMk cId="2876277065" sldId="279"/>
            <ac:spMk id="5" creationId="{8A971327-F894-4495-97F2-7463D540ED76}"/>
          </ac:spMkLst>
        </pc:spChg>
        <pc:spChg chg="del">
          <ac:chgData name="Roth Michael" userId="7e87037c-c18e-431e-8be4-0058b3a0bd26" providerId="ADAL" clId="{38636705-6887-4998-A425-8F90B230AB08}" dt="2026-04-15T14:34:15.816" v="805" actId="478"/>
          <ac:spMkLst>
            <pc:docMk/>
            <pc:sldMk cId="2876277065" sldId="279"/>
            <ac:spMk id="6" creationId="{21DF8468-5B57-4738-B60C-DE000722E28E}"/>
          </ac:spMkLst>
        </pc:spChg>
        <pc:spChg chg="del">
          <ac:chgData name="Roth Michael" userId="7e87037c-c18e-431e-8be4-0058b3a0bd26" providerId="ADAL" clId="{38636705-6887-4998-A425-8F90B230AB08}" dt="2026-04-15T14:34:15.816" v="805" actId="478"/>
          <ac:spMkLst>
            <pc:docMk/>
            <pc:sldMk cId="2876277065" sldId="279"/>
            <ac:spMk id="7" creationId="{ABA7EA93-6E02-494A-84FE-67E586BACDF1}"/>
          </ac:spMkLst>
        </pc:spChg>
        <pc:spChg chg="del">
          <ac:chgData name="Roth Michael" userId="7e87037c-c18e-431e-8be4-0058b3a0bd26" providerId="ADAL" clId="{38636705-6887-4998-A425-8F90B230AB08}" dt="2026-04-15T14:34:15.816" v="805" actId="478"/>
          <ac:spMkLst>
            <pc:docMk/>
            <pc:sldMk cId="2876277065" sldId="279"/>
            <ac:spMk id="8" creationId="{18CBEC23-4E8D-4B3C-8192-C49F3E600876}"/>
          </ac:spMkLst>
        </pc:spChg>
        <pc:spChg chg="del">
          <ac:chgData name="Roth Michael" userId="7e87037c-c18e-431e-8be4-0058b3a0bd26" providerId="ADAL" clId="{38636705-6887-4998-A425-8F90B230AB08}" dt="2026-04-15T14:34:15.816" v="805" actId="478"/>
          <ac:spMkLst>
            <pc:docMk/>
            <pc:sldMk cId="2876277065" sldId="279"/>
            <ac:spMk id="9" creationId="{95E86521-F80C-4994-B854-26605D74E3C9}"/>
          </ac:spMkLst>
        </pc:spChg>
        <pc:spChg chg="del">
          <ac:chgData name="Roth Michael" userId="7e87037c-c18e-431e-8be4-0058b3a0bd26" providerId="ADAL" clId="{38636705-6887-4998-A425-8F90B230AB08}" dt="2026-04-15T14:34:15.816" v="805" actId="478"/>
          <ac:spMkLst>
            <pc:docMk/>
            <pc:sldMk cId="2876277065" sldId="279"/>
            <ac:spMk id="10" creationId="{D9294582-3111-443D-9293-BB4DA9D4E863}"/>
          </ac:spMkLst>
        </pc:spChg>
        <pc:spChg chg="del">
          <ac:chgData name="Roth Michael" userId="7e87037c-c18e-431e-8be4-0058b3a0bd26" providerId="ADAL" clId="{38636705-6887-4998-A425-8F90B230AB08}" dt="2026-04-15T14:34:15.816" v="805" actId="478"/>
          <ac:spMkLst>
            <pc:docMk/>
            <pc:sldMk cId="2876277065" sldId="279"/>
            <ac:spMk id="11" creationId="{AB3D478C-F3F0-412B-B801-D48A92BAB75F}"/>
          </ac:spMkLst>
        </pc:spChg>
        <pc:spChg chg="del">
          <ac:chgData name="Roth Michael" userId="7e87037c-c18e-431e-8be4-0058b3a0bd26" providerId="ADAL" clId="{38636705-6887-4998-A425-8F90B230AB08}" dt="2026-04-15T14:34:15.816" v="805" actId="478"/>
          <ac:spMkLst>
            <pc:docMk/>
            <pc:sldMk cId="2876277065" sldId="279"/>
            <ac:spMk id="12" creationId="{23C9FD3C-9325-4D52-8268-117D56DABD2D}"/>
          </ac:spMkLst>
        </pc:spChg>
        <pc:spChg chg="del">
          <ac:chgData name="Roth Michael" userId="7e87037c-c18e-431e-8be4-0058b3a0bd26" providerId="ADAL" clId="{38636705-6887-4998-A425-8F90B230AB08}" dt="2026-04-15T14:34:15.816" v="805" actId="478"/>
          <ac:spMkLst>
            <pc:docMk/>
            <pc:sldMk cId="2876277065" sldId="279"/>
            <ac:spMk id="13" creationId="{1BE96E7D-5D34-443C-B468-A8C870093CB6}"/>
          </ac:spMkLst>
        </pc:spChg>
        <pc:spChg chg="del">
          <ac:chgData name="Roth Michael" userId="7e87037c-c18e-431e-8be4-0058b3a0bd26" providerId="ADAL" clId="{38636705-6887-4998-A425-8F90B230AB08}" dt="2026-04-15T14:34:15.816" v="805" actId="478"/>
          <ac:spMkLst>
            <pc:docMk/>
            <pc:sldMk cId="2876277065" sldId="279"/>
            <ac:spMk id="14" creationId="{A72758A2-A35C-4E70-B260-24F66BC80948}"/>
          </ac:spMkLst>
        </pc:spChg>
        <pc:spChg chg="del">
          <ac:chgData name="Roth Michael" userId="7e87037c-c18e-431e-8be4-0058b3a0bd26" providerId="ADAL" clId="{38636705-6887-4998-A425-8F90B230AB08}" dt="2026-04-15T14:34:15.816" v="805" actId="478"/>
          <ac:spMkLst>
            <pc:docMk/>
            <pc:sldMk cId="2876277065" sldId="279"/>
            <ac:spMk id="15" creationId="{09BAC58E-A87A-44C7-A8B4-F0048D7DF310}"/>
          </ac:spMkLst>
        </pc:spChg>
        <pc:spChg chg="del">
          <ac:chgData name="Roth Michael" userId="7e87037c-c18e-431e-8be4-0058b3a0bd26" providerId="ADAL" clId="{38636705-6887-4998-A425-8F90B230AB08}" dt="2026-04-15T14:34:15.816" v="805" actId="478"/>
          <ac:spMkLst>
            <pc:docMk/>
            <pc:sldMk cId="2876277065" sldId="279"/>
            <ac:spMk id="16" creationId="{960889C6-1C9C-4AE5-B391-99B580B976B2}"/>
          </ac:spMkLst>
        </pc:spChg>
        <pc:spChg chg="del">
          <ac:chgData name="Roth Michael" userId="7e87037c-c18e-431e-8be4-0058b3a0bd26" providerId="ADAL" clId="{38636705-6887-4998-A425-8F90B230AB08}" dt="2026-04-15T14:34:15.816" v="805" actId="478"/>
          <ac:spMkLst>
            <pc:docMk/>
            <pc:sldMk cId="2876277065" sldId="279"/>
            <ac:spMk id="17" creationId="{ECCBCE46-EA07-4824-9584-FC22B3DFE84B}"/>
          </ac:spMkLst>
        </pc:spChg>
        <pc:spChg chg="del">
          <ac:chgData name="Roth Michael" userId="7e87037c-c18e-431e-8be4-0058b3a0bd26" providerId="ADAL" clId="{38636705-6887-4998-A425-8F90B230AB08}" dt="2026-04-15T14:34:15.816" v="805" actId="478"/>
          <ac:spMkLst>
            <pc:docMk/>
            <pc:sldMk cId="2876277065" sldId="279"/>
            <ac:spMk id="18" creationId="{64F6078D-502E-48AA-84F2-EB4702DFF8EF}"/>
          </ac:spMkLst>
        </pc:spChg>
        <pc:spChg chg="add mod">
          <ac:chgData name="Roth Michael" userId="7e87037c-c18e-431e-8be4-0058b3a0bd26" providerId="ADAL" clId="{38636705-6887-4998-A425-8F90B230AB08}" dt="2026-04-15T14:55:31.026" v="1030" actId="1076"/>
          <ac:spMkLst>
            <pc:docMk/>
            <pc:sldMk cId="2876277065" sldId="279"/>
            <ac:spMk id="19" creationId="{5809FB1B-5A16-4030-867A-1FA11896A30A}"/>
          </ac:spMkLst>
        </pc:spChg>
        <pc:spChg chg="add mod">
          <ac:chgData name="Roth Michael" userId="7e87037c-c18e-431e-8be4-0058b3a0bd26" providerId="ADAL" clId="{38636705-6887-4998-A425-8F90B230AB08}" dt="2026-04-15T14:55:31.026" v="1030" actId="1076"/>
          <ac:spMkLst>
            <pc:docMk/>
            <pc:sldMk cId="2876277065" sldId="279"/>
            <ac:spMk id="20" creationId="{374F9091-EAD9-4A13-899E-6D4DB2C229CF}"/>
          </ac:spMkLst>
        </pc:spChg>
        <pc:spChg chg="add mod">
          <ac:chgData name="Roth Michael" userId="7e87037c-c18e-431e-8be4-0058b3a0bd26" providerId="ADAL" clId="{38636705-6887-4998-A425-8F90B230AB08}" dt="2026-04-20T09:23:40.127" v="2055" actId="20577"/>
          <ac:spMkLst>
            <pc:docMk/>
            <pc:sldMk cId="2876277065" sldId="279"/>
            <ac:spMk id="21" creationId="{D020DA2D-6622-4E5E-B227-1EE5E7239473}"/>
          </ac:spMkLst>
        </pc:spChg>
        <pc:spChg chg="add mod">
          <ac:chgData name="Roth Michael" userId="7e87037c-c18e-431e-8be4-0058b3a0bd26" providerId="ADAL" clId="{38636705-6887-4998-A425-8F90B230AB08}" dt="2026-04-20T09:24:44.185" v="2061" actId="1076"/>
          <ac:spMkLst>
            <pc:docMk/>
            <pc:sldMk cId="2876277065" sldId="279"/>
            <ac:spMk id="22" creationId="{29969314-E244-4392-BD5F-C3281CD5ED4A}"/>
          </ac:spMkLst>
        </pc:spChg>
        <pc:spChg chg="add del mod">
          <ac:chgData name="Roth Michael" userId="7e87037c-c18e-431e-8be4-0058b3a0bd26" providerId="ADAL" clId="{38636705-6887-4998-A425-8F90B230AB08}" dt="2026-04-15T14:51:44.726" v="935" actId="478"/>
          <ac:spMkLst>
            <pc:docMk/>
            <pc:sldMk cId="2876277065" sldId="279"/>
            <ac:spMk id="23" creationId="{DB3AE6E9-2CD1-4FDE-94B4-DBF2B009CA12}"/>
          </ac:spMkLst>
        </pc:spChg>
        <pc:spChg chg="add mod">
          <ac:chgData name="Roth Michael" userId="7e87037c-c18e-431e-8be4-0058b3a0bd26" providerId="ADAL" clId="{38636705-6887-4998-A425-8F90B230AB08}" dt="2026-04-20T17:07:58.252" v="2767" actId="20577"/>
          <ac:spMkLst>
            <pc:docMk/>
            <pc:sldMk cId="2876277065" sldId="279"/>
            <ac:spMk id="23" creationId="{E75DBAEB-1176-47EC-A462-DE293F9434AD}"/>
          </ac:spMkLst>
        </pc:spChg>
        <pc:spChg chg="add del mod">
          <ac:chgData name="Roth Michael" userId="7e87037c-c18e-431e-8be4-0058b3a0bd26" providerId="ADAL" clId="{38636705-6887-4998-A425-8F90B230AB08}" dt="2026-04-15T14:51:47.821" v="937" actId="478"/>
          <ac:spMkLst>
            <pc:docMk/>
            <pc:sldMk cId="2876277065" sldId="279"/>
            <ac:spMk id="24" creationId="{EC1F1606-025B-4D4A-B748-CD8CB6571D59}"/>
          </ac:spMkLst>
        </pc:spChg>
        <pc:spChg chg="add del mod">
          <ac:chgData name="Roth Michael" userId="7e87037c-c18e-431e-8be4-0058b3a0bd26" providerId="ADAL" clId="{38636705-6887-4998-A425-8F90B230AB08}" dt="2026-04-15T14:51:46.733" v="936" actId="478"/>
          <ac:spMkLst>
            <pc:docMk/>
            <pc:sldMk cId="2876277065" sldId="279"/>
            <ac:spMk id="25" creationId="{4F64F4A5-6FDE-4D4A-84B3-311629D360B6}"/>
          </ac:spMkLst>
        </pc:spChg>
        <pc:spChg chg="add del mod">
          <ac:chgData name="Roth Michael" userId="7e87037c-c18e-431e-8be4-0058b3a0bd26" providerId="ADAL" clId="{38636705-6887-4998-A425-8F90B230AB08}" dt="2026-04-15T14:51:49.720" v="938" actId="478"/>
          <ac:spMkLst>
            <pc:docMk/>
            <pc:sldMk cId="2876277065" sldId="279"/>
            <ac:spMk id="26" creationId="{1FE1AC12-EA0D-425C-80D4-9ECC54CA175B}"/>
          </ac:spMkLst>
        </pc:spChg>
        <pc:spChg chg="add mod">
          <ac:chgData name="Roth Michael" userId="7e87037c-c18e-431e-8be4-0058b3a0bd26" providerId="ADAL" clId="{38636705-6887-4998-A425-8F90B230AB08}" dt="2026-04-15T14:55:54.586" v="1035" actId="1076"/>
          <ac:spMkLst>
            <pc:docMk/>
            <pc:sldMk cId="2876277065" sldId="279"/>
            <ac:spMk id="27" creationId="{D2DA28C0-8BF1-4465-AFD3-1EFECBBC6587}"/>
          </ac:spMkLst>
        </pc:spChg>
        <pc:spChg chg="add mod">
          <ac:chgData name="Roth Michael" userId="7e87037c-c18e-431e-8be4-0058b3a0bd26" providerId="ADAL" clId="{38636705-6887-4998-A425-8F90B230AB08}" dt="2026-04-15T14:55:26.319" v="1029" actId="1076"/>
          <ac:spMkLst>
            <pc:docMk/>
            <pc:sldMk cId="2876277065" sldId="279"/>
            <ac:spMk id="28" creationId="{53657A65-06A2-4591-ABA2-505A9ED17AE0}"/>
          </ac:spMkLst>
        </pc:spChg>
        <pc:spChg chg="add mod">
          <ac:chgData name="Roth Michael" userId="7e87037c-c18e-431e-8be4-0058b3a0bd26" providerId="ADAL" clId="{38636705-6887-4998-A425-8F90B230AB08}" dt="2026-04-20T09:25:30.699" v="2065" actId="20577"/>
          <ac:spMkLst>
            <pc:docMk/>
            <pc:sldMk cId="2876277065" sldId="279"/>
            <ac:spMk id="29" creationId="{3A2D0AC2-E1F0-4026-A8D3-44A7EA0FE17E}"/>
          </ac:spMkLst>
        </pc:spChg>
        <pc:spChg chg="add mod">
          <ac:chgData name="Roth Michael" userId="7e87037c-c18e-431e-8be4-0058b3a0bd26" providerId="ADAL" clId="{38636705-6887-4998-A425-8F90B230AB08}" dt="2026-04-20T09:26:01.406" v="2069" actId="20577"/>
          <ac:spMkLst>
            <pc:docMk/>
            <pc:sldMk cId="2876277065" sldId="279"/>
            <ac:spMk id="30" creationId="{3E47929B-E0A2-4481-9D2F-B90FE70AFD62}"/>
          </ac:spMkLst>
        </pc:spChg>
        <pc:spChg chg="add mod">
          <ac:chgData name="Roth Michael" userId="7e87037c-c18e-431e-8be4-0058b3a0bd26" providerId="ADAL" clId="{38636705-6887-4998-A425-8F90B230AB08}" dt="2026-04-21T11:38:20.328" v="3004" actId="2"/>
          <ac:spMkLst>
            <pc:docMk/>
            <pc:sldMk cId="2876277065" sldId="279"/>
            <ac:spMk id="31" creationId="{322016F3-B2B6-4AAA-97F7-167B238CF2D4}"/>
          </ac:spMkLst>
        </pc:spChg>
        <pc:spChg chg="add del mod">
          <ac:chgData name="Roth Michael" userId="7e87037c-c18e-431e-8be4-0058b3a0bd26" providerId="ADAL" clId="{38636705-6887-4998-A425-8F90B230AB08}" dt="2026-04-15T14:52:30.650" v="939" actId="478"/>
          <ac:spMkLst>
            <pc:docMk/>
            <pc:sldMk cId="2876277065" sldId="279"/>
            <ac:spMk id="32" creationId="{7D51A238-9DEF-4FD5-988A-4CD424C0F099}"/>
          </ac:spMkLst>
        </pc:spChg>
        <pc:spChg chg="add mod">
          <ac:chgData name="Roth Michael" userId="7e87037c-c18e-431e-8be4-0058b3a0bd26" providerId="ADAL" clId="{38636705-6887-4998-A425-8F90B230AB08}" dt="2026-04-15T14:53:19.964" v="965" actId="1035"/>
          <ac:spMkLst>
            <pc:docMk/>
            <pc:sldMk cId="2876277065" sldId="279"/>
            <ac:spMk id="33" creationId="{1BB3CB83-5B1B-4598-857F-2D8611F74D70}"/>
          </ac:spMkLst>
        </pc:spChg>
        <pc:spChg chg="add mod">
          <ac:chgData name="Roth Michael" userId="7e87037c-c18e-431e-8be4-0058b3a0bd26" providerId="ADAL" clId="{38636705-6887-4998-A425-8F90B230AB08}" dt="2026-04-15T14:53:19.964" v="965" actId="1035"/>
          <ac:spMkLst>
            <pc:docMk/>
            <pc:sldMk cId="2876277065" sldId="279"/>
            <ac:spMk id="34" creationId="{FB75A532-F9A7-4262-B1EE-7312844C2B3D}"/>
          </ac:spMkLst>
        </pc:spChg>
        <pc:spChg chg="add mod">
          <ac:chgData name="Roth Michael" userId="7e87037c-c18e-431e-8be4-0058b3a0bd26" providerId="ADAL" clId="{38636705-6887-4998-A425-8F90B230AB08}" dt="2026-04-15T14:53:19.964" v="965" actId="1035"/>
          <ac:spMkLst>
            <pc:docMk/>
            <pc:sldMk cId="2876277065" sldId="279"/>
            <ac:spMk id="35" creationId="{4BACF439-AA60-4C13-AB05-EFF9D5A976B5}"/>
          </ac:spMkLst>
        </pc:spChg>
        <pc:spChg chg="add mod">
          <ac:chgData name="Roth Michael" userId="7e87037c-c18e-431e-8be4-0058b3a0bd26" providerId="ADAL" clId="{38636705-6887-4998-A425-8F90B230AB08}" dt="2026-04-15T14:53:19.964" v="965" actId="1035"/>
          <ac:spMkLst>
            <pc:docMk/>
            <pc:sldMk cId="2876277065" sldId="279"/>
            <ac:spMk id="36" creationId="{45597F3F-E123-46B9-84BF-B9471E0251A0}"/>
          </ac:spMkLst>
        </pc:spChg>
        <pc:spChg chg="add del mod">
          <ac:chgData name="Roth Michael" userId="7e87037c-c18e-431e-8be4-0058b3a0bd26" providerId="ADAL" clId="{38636705-6887-4998-A425-8F90B230AB08}" dt="2026-04-15T14:54:27.838" v="967" actId="478"/>
          <ac:spMkLst>
            <pc:docMk/>
            <pc:sldMk cId="2876277065" sldId="279"/>
            <ac:spMk id="37" creationId="{1781549E-0C3A-48EF-BC16-F163553F2BE7}"/>
          </ac:spMkLst>
        </pc:spChg>
        <pc:spChg chg="add del mod">
          <ac:chgData name="Roth Michael" userId="7e87037c-c18e-431e-8be4-0058b3a0bd26" providerId="ADAL" clId="{38636705-6887-4998-A425-8F90B230AB08}" dt="2026-04-15T14:54:27.838" v="967" actId="478"/>
          <ac:spMkLst>
            <pc:docMk/>
            <pc:sldMk cId="2876277065" sldId="279"/>
            <ac:spMk id="38" creationId="{DB9D388D-02B2-4409-A79B-981E5A944FE9}"/>
          </ac:spMkLst>
        </pc:spChg>
        <pc:spChg chg="add del mod">
          <ac:chgData name="Roth Michael" userId="7e87037c-c18e-431e-8be4-0058b3a0bd26" providerId="ADAL" clId="{38636705-6887-4998-A425-8F90B230AB08}" dt="2026-04-15T14:54:27.838" v="967" actId="478"/>
          <ac:spMkLst>
            <pc:docMk/>
            <pc:sldMk cId="2876277065" sldId="279"/>
            <ac:spMk id="39" creationId="{D30A6607-6812-45CF-9597-F2F4A84F1BAF}"/>
          </ac:spMkLst>
        </pc:spChg>
        <pc:spChg chg="add del mod">
          <ac:chgData name="Roth Michael" userId="7e87037c-c18e-431e-8be4-0058b3a0bd26" providerId="ADAL" clId="{38636705-6887-4998-A425-8F90B230AB08}" dt="2026-04-15T14:54:27.838" v="967" actId="478"/>
          <ac:spMkLst>
            <pc:docMk/>
            <pc:sldMk cId="2876277065" sldId="279"/>
            <ac:spMk id="40" creationId="{4309D6F1-0541-4B29-8FC5-BCC5041A0C8E}"/>
          </ac:spMkLst>
        </pc:spChg>
        <pc:spChg chg="add mod">
          <ac:chgData name="Roth Michael" userId="7e87037c-c18e-431e-8be4-0058b3a0bd26" providerId="ADAL" clId="{38636705-6887-4998-A425-8F90B230AB08}" dt="2026-04-15T14:54:46.659" v="968" actId="14100"/>
          <ac:spMkLst>
            <pc:docMk/>
            <pc:sldMk cId="2876277065" sldId="279"/>
            <ac:spMk id="41" creationId="{4D11B216-84CB-4DCC-8DC9-6E43B274DE02}"/>
          </ac:spMkLst>
        </pc:spChg>
        <pc:spChg chg="add mod">
          <ac:chgData name="Roth Michael" userId="7e87037c-c18e-431e-8be4-0058b3a0bd26" providerId="ADAL" clId="{38636705-6887-4998-A425-8F90B230AB08}" dt="2026-04-15T14:54:46.659" v="968" actId="14100"/>
          <ac:spMkLst>
            <pc:docMk/>
            <pc:sldMk cId="2876277065" sldId="279"/>
            <ac:spMk id="42" creationId="{19919526-F4F0-468E-BC2C-66A6946D1F55}"/>
          </ac:spMkLst>
        </pc:spChg>
        <pc:spChg chg="add mod">
          <ac:chgData name="Roth Michael" userId="7e87037c-c18e-431e-8be4-0058b3a0bd26" providerId="ADAL" clId="{38636705-6887-4998-A425-8F90B230AB08}" dt="2026-04-20T09:19:05.680" v="2045" actId="20577"/>
          <ac:spMkLst>
            <pc:docMk/>
            <pc:sldMk cId="2876277065" sldId="279"/>
            <ac:spMk id="43" creationId="{BFE68C19-3B69-413D-B333-0D28E02DC6B6}"/>
          </ac:spMkLst>
        </pc:spChg>
        <pc:spChg chg="add mod">
          <ac:chgData name="Roth Michael" userId="7e87037c-c18e-431e-8be4-0058b3a0bd26" providerId="ADAL" clId="{38636705-6887-4998-A425-8F90B230AB08}" dt="2026-04-20T09:23:25.573" v="2054" actId="20577"/>
          <ac:spMkLst>
            <pc:docMk/>
            <pc:sldMk cId="2876277065" sldId="279"/>
            <ac:spMk id="44" creationId="{05523D03-3AB9-495C-B5F6-F79722268C75}"/>
          </ac:spMkLst>
        </pc:spChg>
      </pc:sldChg>
      <pc:sldChg chg="del">
        <pc:chgData name="Roth Michael" userId="7e87037c-c18e-431e-8be4-0058b3a0bd26" providerId="ADAL" clId="{38636705-6887-4998-A425-8F90B230AB08}" dt="2026-04-15T11:33:59.027" v="215" actId="47"/>
        <pc:sldMkLst>
          <pc:docMk/>
          <pc:sldMk cId="3501246087" sldId="279"/>
        </pc:sldMkLst>
      </pc:sldChg>
      <pc:sldChg chg="addSp delSp modSp add mod modTransition modAnim">
        <pc:chgData name="Roth Michael" userId="7e87037c-c18e-431e-8be4-0058b3a0bd26" providerId="ADAL" clId="{38636705-6887-4998-A425-8F90B230AB08}" dt="2026-04-21T11:38:34.458" v="3005" actId="2"/>
        <pc:sldMkLst>
          <pc:docMk/>
          <pc:sldMk cId="3237848526" sldId="280"/>
        </pc:sldMkLst>
        <pc:spChg chg="mod">
          <ac:chgData name="Roth Michael" userId="7e87037c-c18e-431e-8be4-0058b3a0bd26" providerId="ADAL" clId="{38636705-6887-4998-A425-8F90B230AB08}" dt="2026-04-20T07:49:16.634" v="1492" actId="207"/>
          <ac:spMkLst>
            <pc:docMk/>
            <pc:sldMk cId="3237848526" sldId="280"/>
            <ac:spMk id="2" creationId="{83745DE5-216B-4BF5-A3DA-042B47CA6EE4}"/>
          </ac:spMkLst>
        </pc:spChg>
        <pc:spChg chg="del">
          <ac:chgData name="Roth Michael" userId="7e87037c-c18e-431e-8be4-0058b3a0bd26" providerId="ADAL" clId="{38636705-6887-4998-A425-8F90B230AB08}" dt="2026-04-15T14:38:24.935" v="859" actId="478"/>
          <ac:spMkLst>
            <pc:docMk/>
            <pc:sldMk cId="3237848526" sldId="280"/>
            <ac:spMk id="3" creationId="{CA96B7C2-32BC-42CC-96F5-BD25F3B31F05}"/>
          </ac:spMkLst>
        </pc:spChg>
        <pc:spChg chg="del">
          <ac:chgData name="Roth Michael" userId="7e87037c-c18e-431e-8be4-0058b3a0bd26" providerId="ADAL" clId="{38636705-6887-4998-A425-8F90B230AB08}" dt="2026-04-15T14:38:24.935" v="859" actId="478"/>
          <ac:spMkLst>
            <pc:docMk/>
            <pc:sldMk cId="3237848526" sldId="280"/>
            <ac:spMk id="4" creationId="{4C21AC05-5D5A-48D5-82F3-2920E06D8E17}"/>
          </ac:spMkLst>
        </pc:spChg>
        <pc:spChg chg="del">
          <ac:chgData name="Roth Michael" userId="7e87037c-c18e-431e-8be4-0058b3a0bd26" providerId="ADAL" clId="{38636705-6887-4998-A425-8F90B230AB08}" dt="2026-04-15T14:38:24.935" v="859" actId="478"/>
          <ac:spMkLst>
            <pc:docMk/>
            <pc:sldMk cId="3237848526" sldId="280"/>
            <ac:spMk id="5" creationId="{575DE1F1-1FFB-4179-AF4A-7F38ABB2AE21}"/>
          </ac:spMkLst>
        </pc:spChg>
        <pc:spChg chg="del">
          <ac:chgData name="Roth Michael" userId="7e87037c-c18e-431e-8be4-0058b3a0bd26" providerId="ADAL" clId="{38636705-6887-4998-A425-8F90B230AB08}" dt="2026-04-15T14:38:24.935" v="859" actId="478"/>
          <ac:spMkLst>
            <pc:docMk/>
            <pc:sldMk cId="3237848526" sldId="280"/>
            <ac:spMk id="6" creationId="{35F13849-2330-4038-9CBE-A9FD434B04B6}"/>
          </ac:spMkLst>
        </pc:spChg>
        <pc:spChg chg="del">
          <ac:chgData name="Roth Michael" userId="7e87037c-c18e-431e-8be4-0058b3a0bd26" providerId="ADAL" clId="{38636705-6887-4998-A425-8F90B230AB08}" dt="2026-04-15T14:38:24.935" v="859" actId="478"/>
          <ac:spMkLst>
            <pc:docMk/>
            <pc:sldMk cId="3237848526" sldId="280"/>
            <ac:spMk id="7" creationId="{B1C67481-0B78-4DC4-BF3B-CCE072C94DEF}"/>
          </ac:spMkLst>
        </pc:spChg>
        <pc:spChg chg="del">
          <ac:chgData name="Roth Michael" userId="7e87037c-c18e-431e-8be4-0058b3a0bd26" providerId="ADAL" clId="{38636705-6887-4998-A425-8F90B230AB08}" dt="2026-04-15T14:38:24.935" v="859" actId="478"/>
          <ac:spMkLst>
            <pc:docMk/>
            <pc:sldMk cId="3237848526" sldId="280"/>
            <ac:spMk id="8" creationId="{3665EDF7-3125-4F81-B222-94E2BA72D72C}"/>
          </ac:spMkLst>
        </pc:spChg>
        <pc:spChg chg="del">
          <ac:chgData name="Roth Michael" userId="7e87037c-c18e-431e-8be4-0058b3a0bd26" providerId="ADAL" clId="{38636705-6887-4998-A425-8F90B230AB08}" dt="2026-04-15T14:38:24.935" v="859" actId="478"/>
          <ac:spMkLst>
            <pc:docMk/>
            <pc:sldMk cId="3237848526" sldId="280"/>
            <ac:spMk id="9" creationId="{7C7F98D6-323C-4D17-B779-F2E7183F0095}"/>
          </ac:spMkLst>
        </pc:spChg>
        <pc:spChg chg="del">
          <ac:chgData name="Roth Michael" userId="7e87037c-c18e-431e-8be4-0058b3a0bd26" providerId="ADAL" clId="{38636705-6887-4998-A425-8F90B230AB08}" dt="2026-04-15T14:38:24.935" v="859" actId="478"/>
          <ac:spMkLst>
            <pc:docMk/>
            <pc:sldMk cId="3237848526" sldId="280"/>
            <ac:spMk id="10" creationId="{96457A91-BEDE-4EFD-A37B-8E911255718C}"/>
          </ac:spMkLst>
        </pc:spChg>
        <pc:spChg chg="del">
          <ac:chgData name="Roth Michael" userId="7e87037c-c18e-431e-8be4-0058b3a0bd26" providerId="ADAL" clId="{38636705-6887-4998-A425-8F90B230AB08}" dt="2026-04-15T14:38:24.935" v="859" actId="478"/>
          <ac:spMkLst>
            <pc:docMk/>
            <pc:sldMk cId="3237848526" sldId="280"/>
            <ac:spMk id="11" creationId="{F1D269F6-1A51-4B9A-981E-9A10BA8295B0}"/>
          </ac:spMkLst>
        </pc:spChg>
        <pc:spChg chg="del">
          <ac:chgData name="Roth Michael" userId="7e87037c-c18e-431e-8be4-0058b3a0bd26" providerId="ADAL" clId="{38636705-6887-4998-A425-8F90B230AB08}" dt="2026-04-15T14:38:24.935" v="859" actId="478"/>
          <ac:spMkLst>
            <pc:docMk/>
            <pc:sldMk cId="3237848526" sldId="280"/>
            <ac:spMk id="12" creationId="{6D4907A1-84C9-4F6D-A6E1-A67F510861CF}"/>
          </ac:spMkLst>
        </pc:spChg>
        <pc:spChg chg="del">
          <ac:chgData name="Roth Michael" userId="7e87037c-c18e-431e-8be4-0058b3a0bd26" providerId="ADAL" clId="{38636705-6887-4998-A425-8F90B230AB08}" dt="2026-04-15T14:38:24.935" v="859" actId="478"/>
          <ac:spMkLst>
            <pc:docMk/>
            <pc:sldMk cId="3237848526" sldId="280"/>
            <ac:spMk id="13" creationId="{E55AF226-BB16-46B1-95F7-90B52B9CCACA}"/>
          </ac:spMkLst>
        </pc:spChg>
        <pc:spChg chg="del">
          <ac:chgData name="Roth Michael" userId="7e87037c-c18e-431e-8be4-0058b3a0bd26" providerId="ADAL" clId="{38636705-6887-4998-A425-8F90B230AB08}" dt="2026-04-15T14:38:24.935" v="859" actId="478"/>
          <ac:spMkLst>
            <pc:docMk/>
            <pc:sldMk cId="3237848526" sldId="280"/>
            <ac:spMk id="14" creationId="{BF70E610-289D-4825-9D86-032E53B1C307}"/>
          </ac:spMkLst>
        </pc:spChg>
        <pc:spChg chg="del">
          <ac:chgData name="Roth Michael" userId="7e87037c-c18e-431e-8be4-0058b3a0bd26" providerId="ADAL" clId="{38636705-6887-4998-A425-8F90B230AB08}" dt="2026-04-15T14:38:24.935" v="859" actId="478"/>
          <ac:spMkLst>
            <pc:docMk/>
            <pc:sldMk cId="3237848526" sldId="280"/>
            <ac:spMk id="15" creationId="{1F077762-12D2-4DE1-A14D-678C668B15F7}"/>
          </ac:spMkLst>
        </pc:spChg>
        <pc:spChg chg="del">
          <ac:chgData name="Roth Michael" userId="7e87037c-c18e-431e-8be4-0058b3a0bd26" providerId="ADAL" clId="{38636705-6887-4998-A425-8F90B230AB08}" dt="2026-04-15T14:38:24.935" v="859" actId="478"/>
          <ac:spMkLst>
            <pc:docMk/>
            <pc:sldMk cId="3237848526" sldId="280"/>
            <ac:spMk id="16" creationId="{70227004-C193-42C4-9B61-5E33E2F35093}"/>
          </ac:spMkLst>
        </pc:spChg>
        <pc:spChg chg="del">
          <ac:chgData name="Roth Michael" userId="7e87037c-c18e-431e-8be4-0058b3a0bd26" providerId="ADAL" clId="{38636705-6887-4998-A425-8F90B230AB08}" dt="2026-04-15T14:38:24.935" v="859" actId="478"/>
          <ac:spMkLst>
            <pc:docMk/>
            <pc:sldMk cId="3237848526" sldId="280"/>
            <ac:spMk id="17" creationId="{073CAA65-1658-4B96-B9F5-93B2D7D04C04}"/>
          </ac:spMkLst>
        </pc:spChg>
        <pc:spChg chg="del">
          <ac:chgData name="Roth Michael" userId="7e87037c-c18e-431e-8be4-0058b3a0bd26" providerId="ADAL" clId="{38636705-6887-4998-A425-8F90B230AB08}" dt="2026-04-15T14:38:24.935" v="859" actId="478"/>
          <ac:spMkLst>
            <pc:docMk/>
            <pc:sldMk cId="3237848526" sldId="280"/>
            <ac:spMk id="18" creationId="{98DC600B-4C28-4ED6-A407-1ECD9D585552}"/>
          </ac:spMkLst>
        </pc:spChg>
        <pc:spChg chg="del">
          <ac:chgData name="Roth Michael" userId="7e87037c-c18e-431e-8be4-0058b3a0bd26" providerId="ADAL" clId="{38636705-6887-4998-A425-8F90B230AB08}" dt="2026-04-15T14:38:24.935" v="859" actId="478"/>
          <ac:spMkLst>
            <pc:docMk/>
            <pc:sldMk cId="3237848526" sldId="280"/>
            <ac:spMk id="19" creationId="{8E0D98F4-51B9-4B96-A577-374E34071B25}"/>
          </ac:spMkLst>
        </pc:spChg>
        <pc:spChg chg="del">
          <ac:chgData name="Roth Michael" userId="7e87037c-c18e-431e-8be4-0058b3a0bd26" providerId="ADAL" clId="{38636705-6887-4998-A425-8F90B230AB08}" dt="2026-04-15T14:38:24.935" v="859" actId="478"/>
          <ac:spMkLst>
            <pc:docMk/>
            <pc:sldMk cId="3237848526" sldId="280"/>
            <ac:spMk id="20" creationId="{CCA0481D-5001-4311-A7E8-600540A5B440}"/>
          </ac:spMkLst>
        </pc:spChg>
        <pc:spChg chg="del">
          <ac:chgData name="Roth Michael" userId="7e87037c-c18e-431e-8be4-0058b3a0bd26" providerId="ADAL" clId="{38636705-6887-4998-A425-8F90B230AB08}" dt="2026-04-15T14:38:24.935" v="859" actId="478"/>
          <ac:spMkLst>
            <pc:docMk/>
            <pc:sldMk cId="3237848526" sldId="280"/>
            <ac:spMk id="21" creationId="{3F0C1B67-F73A-48A4-BD26-319F24D68654}"/>
          </ac:spMkLst>
        </pc:spChg>
        <pc:spChg chg="del">
          <ac:chgData name="Roth Michael" userId="7e87037c-c18e-431e-8be4-0058b3a0bd26" providerId="ADAL" clId="{38636705-6887-4998-A425-8F90B230AB08}" dt="2026-04-15T14:38:24.935" v="859" actId="478"/>
          <ac:spMkLst>
            <pc:docMk/>
            <pc:sldMk cId="3237848526" sldId="280"/>
            <ac:spMk id="22" creationId="{4D6DF5AF-456E-48A0-A0B9-14D9607CF4D9}"/>
          </ac:spMkLst>
        </pc:spChg>
        <pc:spChg chg="del">
          <ac:chgData name="Roth Michael" userId="7e87037c-c18e-431e-8be4-0058b3a0bd26" providerId="ADAL" clId="{38636705-6887-4998-A425-8F90B230AB08}" dt="2026-04-15T14:38:24.935" v="859" actId="478"/>
          <ac:spMkLst>
            <pc:docMk/>
            <pc:sldMk cId="3237848526" sldId="280"/>
            <ac:spMk id="23" creationId="{0FF4D35B-93A9-41F3-A23E-208636AC4A35}"/>
          </ac:spMkLst>
        </pc:spChg>
        <pc:spChg chg="del">
          <ac:chgData name="Roth Michael" userId="7e87037c-c18e-431e-8be4-0058b3a0bd26" providerId="ADAL" clId="{38636705-6887-4998-A425-8F90B230AB08}" dt="2026-04-15T14:38:24.935" v="859" actId="478"/>
          <ac:spMkLst>
            <pc:docMk/>
            <pc:sldMk cId="3237848526" sldId="280"/>
            <ac:spMk id="24" creationId="{3BA21398-928D-455D-9230-96D8B700A5D1}"/>
          </ac:spMkLst>
        </pc:spChg>
        <pc:spChg chg="del">
          <ac:chgData name="Roth Michael" userId="7e87037c-c18e-431e-8be4-0058b3a0bd26" providerId="ADAL" clId="{38636705-6887-4998-A425-8F90B230AB08}" dt="2026-04-15T14:38:24.935" v="859" actId="478"/>
          <ac:spMkLst>
            <pc:docMk/>
            <pc:sldMk cId="3237848526" sldId="280"/>
            <ac:spMk id="25" creationId="{B1D4A954-8E80-4A64-88AB-91472449AA9C}"/>
          </ac:spMkLst>
        </pc:spChg>
        <pc:spChg chg="del">
          <ac:chgData name="Roth Michael" userId="7e87037c-c18e-431e-8be4-0058b3a0bd26" providerId="ADAL" clId="{38636705-6887-4998-A425-8F90B230AB08}" dt="2026-04-15T14:38:24.935" v="859" actId="478"/>
          <ac:spMkLst>
            <pc:docMk/>
            <pc:sldMk cId="3237848526" sldId="280"/>
            <ac:spMk id="26" creationId="{A560953F-1344-43AC-A36E-FB31E679225C}"/>
          </ac:spMkLst>
        </pc:spChg>
        <pc:spChg chg="del">
          <ac:chgData name="Roth Michael" userId="7e87037c-c18e-431e-8be4-0058b3a0bd26" providerId="ADAL" clId="{38636705-6887-4998-A425-8F90B230AB08}" dt="2026-04-15T14:38:24.935" v="859" actId="478"/>
          <ac:spMkLst>
            <pc:docMk/>
            <pc:sldMk cId="3237848526" sldId="280"/>
            <ac:spMk id="27" creationId="{4F79F066-40F3-48DC-8BCE-C67A70CD2984}"/>
          </ac:spMkLst>
        </pc:spChg>
        <pc:spChg chg="del">
          <ac:chgData name="Roth Michael" userId="7e87037c-c18e-431e-8be4-0058b3a0bd26" providerId="ADAL" clId="{38636705-6887-4998-A425-8F90B230AB08}" dt="2026-04-15T14:38:24.935" v="859" actId="478"/>
          <ac:spMkLst>
            <pc:docMk/>
            <pc:sldMk cId="3237848526" sldId="280"/>
            <ac:spMk id="28" creationId="{269C3B2E-E0B1-467D-AD13-E694955026DE}"/>
          </ac:spMkLst>
        </pc:spChg>
        <pc:spChg chg="del">
          <ac:chgData name="Roth Michael" userId="7e87037c-c18e-431e-8be4-0058b3a0bd26" providerId="ADAL" clId="{38636705-6887-4998-A425-8F90B230AB08}" dt="2026-04-15T14:38:24.935" v="859" actId="478"/>
          <ac:spMkLst>
            <pc:docMk/>
            <pc:sldMk cId="3237848526" sldId="280"/>
            <ac:spMk id="29" creationId="{54DA8718-E49E-4D3A-80DB-23768E57B8FE}"/>
          </ac:spMkLst>
        </pc:spChg>
        <pc:spChg chg="del">
          <ac:chgData name="Roth Michael" userId="7e87037c-c18e-431e-8be4-0058b3a0bd26" providerId="ADAL" clId="{38636705-6887-4998-A425-8F90B230AB08}" dt="2026-04-15T14:38:24.935" v="859" actId="478"/>
          <ac:spMkLst>
            <pc:docMk/>
            <pc:sldMk cId="3237848526" sldId="280"/>
            <ac:spMk id="30" creationId="{B5BBFCD9-5CA7-4DB9-B8CE-E87D45184CFE}"/>
          </ac:spMkLst>
        </pc:spChg>
        <pc:spChg chg="add del mod">
          <ac:chgData name="Roth Michael" userId="7e87037c-c18e-431e-8be4-0058b3a0bd26" providerId="ADAL" clId="{38636705-6887-4998-A425-8F90B230AB08}" dt="2026-04-15T15:26:47.405" v="1184" actId="478"/>
          <ac:spMkLst>
            <pc:docMk/>
            <pc:sldMk cId="3237848526" sldId="280"/>
            <ac:spMk id="31" creationId="{4D70E409-52CC-4BD0-AE45-E0008EA17241}"/>
          </ac:spMkLst>
        </pc:spChg>
        <pc:spChg chg="add mod">
          <ac:chgData name="Roth Michael" userId="7e87037c-c18e-431e-8be4-0058b3a0bd26" providerId="ADAL" clId="{38636705-6887-4998-A425-8F90B230AB08}" dt="2026-04-20T17:10:03.892" v="2834"/>
          <ac:spMkLst>
            <pc:docMk/>
            <pc:sldMk cId="3237848526" sldId="280"/>
            <ac:spMk id="31" creationId="{723C2890-41AF-45A9-8DE6-65DFC1674F2A}"/>
          </ac:spMkLst>
        </pc:spChg>
        <pc:spChg chg="add mod">
          <ac:chgData name="Roth Michael" userId="7e87037c-c18e-431e-8be4-0058b3a0bd26" providerId="ADAL" clId="{38636705-6887-4998-A425-8F90B230AB08}" dt="2026-04-20T09:28:06.967" v="2100" actId="20577"/>
          <ac:spMkLst>
            <pc:docMk/>
            <pc:sldMk cId="3237848526" sldId="280"/>
            <ac:spMk id="32" creationId="{B425D3C9-5654-4CD7-ADF9-D7B5FEB3704A}"/>
          </ac:spMkLst>
        </pc:spChg>
        <pc:spChg chg="add mod topLvl">
          <ac:chgData name="Roth Michael" userId="7e87037c-c18e-431e-8be4-0058b3a0bd26" providerId="ADAL" clId="{38636705-6887-4998-A425-8F90B230AB08}" dt="2026-04-20T08:27:19.272" v="1835" actId="1035"/>
          <ac:spMkLst>
            <pc:docMk/>
            <pc:sldMk cId="3237848526" sldId="280"/>
            <ac:spMk id="33" creationId="{ADE3D8B2-4CD0-4BBA-A72F-7EC5E7CA3217}"/>
          </ac:spMkLst>
        </pc:spChg>
        <pc:spChg chg="add del mod topLvl">
          <ac:chgData name="Roth Michael" userId="7e87037c-c18e-431e-8be4-0058b3a0bd26" providerId="ADAL" clId="{38636705-6887-4998-A425-8F90B230AB08}" dt="2026-04-15T15:29:33.001" v="1199" actId="478"/>
          <ac:spMkLst>
            <pc:docMk/>
            <pc:sldMk cId="3237848526" sldId="280"/>
            <ac:spMk id="34" creationId="{4219BFE0-5601-4C1D-B2D4-D62D3641B35E}"/>
          </ac:spMkLst>
        </pc:spChg>
        <pc:spChg chg="add mod topLvl">
          <ac:chgData name="Roth Michael" userId="7e87037c-c18e-431e-8be4-0058b3a0bd26" providerId="ADAL" clId="{38636705-6887-4998-A425-8F90B230AB08}" dt="2026-04-20T08:27:19.272" v="1835" actId="1035"/>
          <ac:spMkLst>
            <pc:docMk/>
            <pc:sldMk cId="3237848526" sldId="280"/>
            <ac:spMk id="35" creationId="{F103B75F-12A5-4490-BE13-B5199CA7C0F8}"/>
          </ac:spMkLst>
        </pc:spChg>
        <pc:spChg chg="add mod topLvl">
          <ac:chgData name="Roth Michael" userId="7e87037c-c18e-431e-8be4-0058b3a0bd26" providerId="ADAL" clId="{38636705-6887-4998-A425-8F90B230AB08}" dt="2026-04-20T08:27:19.272" v="1835" actId="1035"/>
          <ac:spMkLst>
            <pc:docMk/>
            <pc:sldMk cId="3237848526" sldId="280"/>
            <ac:spMk id="36" creationId="{B02D2BA3-C3FF-4E45-9A27-3269EC8DB51C}"/>
          </ac:spMkLst>
        </pc:spChg>
        <pc:spChg chg="add mod topLvl">
          <ac:chgData name="Roth Michael" userId="7e87037c-c18e-431e-8be4-0058b3a0bd26" providerId="ADAL" clId="{38636705-6887-4998-A425-8F90B230AB08}" dt="2026-04-20T08:27:19.272" v="1835" actId="1035"/>
          <ac:spMkLst>
            <pc:docMk/>
            <pc:sldMk cId="3237848526" sldId="280"/>
            <ac:spMk id="37" creationId="{E6E866A8-FAB5-4D8C-A32C-BDC453415D6C}"/>
          </ac:spMkLst>
        </pc:spChg>
        <pc:spChg chg="add del mod topLvl">
          <ac:chgData name="Roth Michael" userId="7e87037c-c18e-431e-8be4-0058b3a0bd26" providerId="ADAL" clId="{38636705-6887-4998-A425-8F90B230AB08}" dt="2026-04-15T15:29:33.001" v="1199" actId="478"/>
          <ac:spMkLst>
            <pc:docMk/>
            <pc:sldMk cId="3237848526" sldId="280"/>
            <ac:spMk id="38" creationId="{31B449FC-F8D7-4B8F-9A81-953836802868}"/>
          </ac:spMkLst>
        </pc:spChg>
        <pc:spChg chg="add mod topLvl">
          <ac:chgData name="Roth Michael" userId="7e87037c-c18e-431e-8be4-0058b3a0bd26" providerId="ADAL" clId="{38636705-6887-4998-A425-8F90B230AB08}" dt="2026-04-20T08:27:19.272" v="1835" actId="1035"/>
          <ac:spMkLst>
            <pc:docMk/>
            <pc:sldMk cId="3237848526" sldId="280"/>
            <ac:spMk id="39" creationId="{36E3CA34-F80A-4CDF-87E4-BF9C8924AF30}"/>
          </ac:spMkLst>
        </pc:spChg>
        <pc:spChg chg="add mod topLvl">
          <ac:chgData name="Roth Michael" userId="7e87037c-c18e-431e-8be4-0058b3a0bd26" providerId="ADAL" clId="{38636705-6887-4998-A425-8F90B230AB08}" dt="2026-04-20T08:27:19.272" v="1835" actId="1035"/>
          <ac:spMkLst>
            <pc:docMk/>
            <pc:sldMk cId="3237848526" sldId="280"/>
            <ac:spMk id="40" creationId="{8D76DB95-FC49-4BED-8A41-0426F7CB7C4A}"/>
          </ac:spMkLst>
        </pc:spChg>
        <pc:spChg chg="add mod topLvl">
          <ac:chgData name="Roth Michael" userId="7e87037c-c18e-431e-8be4-0058b3a0bd26" providerId="ADAL" clId="{38636705-6887-4998-A425-8F90B230AB08}" dt="2026-04-20T08:27:19.272" v="1835" actId="1035"/>
          <ac:spMkLst>
            <pc:docMk/>
            <pc:sldMk cId="3237848526" sldId="280"/>
            <ac:spMk id="41" creationId="{814A3084-A55D-49AA-8330-348C55C47795}"/>
          </ac:spMkLst>
        </pc:spChg>
        <pc:spChg chg="add del mod topLvl">
          <ac:chgData name="Roth Michael" userId="7e87037c-c18e-431e-8be4-0058b3a0bd26" providerId="ADAL" clId="{38636705-6887-4998-A425-8F90B230AB08}" dt="2026-04-15T15:29:33.001" v="1199" actId="478"/>
          <ac:spMkLst>
            <pc:docMk/>
            <pc:sldMk cId="3237848526" sldId="280"/>
            <ac:spMk id="42" creationId="{353DF3DB-9ED0-4A9C-81DF-3B9D8B3B8110}"/>
          </ac:spMkLst>
        </pc:spChg>
        <pc:spChg chg="add mod topLvl">
          <ac:chgData name="Roth Michael" userId="7e87037c-c18e-431e-8be4-0058b3a0bd26" providerId="ADAL" clId="{38636705-6887-4998-A425-8F90B230AB08}" dt="2026-04-20T08:27:19.272" v="1835" actId="1035"/>
          <ac:spMkLst>
            <pc:docMk/>
            <pc:sldMk cId="3237848526" sldId="280"/>
            <ac:spMk id="43" creationId="{E98A5354-72D9-4B01-816E-BAAD29597426}"/>
          </ac:spMkLst>
        </pc:spChg>
        <pc:spChg chg="add mod topLvl">
          <ac:chgData name="Roth Michael" userId="7e87037c-c18e-431e-8be4-0058b3a0bd26" providerId="ADAL" clId="{38636705-6887-4998-A425-8F90B230AB08}" dt="2026-04-20T08:27:19.272" v="1835" actId="1035"/>
          <ac:spMkLst>
            <pc:docMk/>
            <pc:sldMk cId="3237848526" sldId="280"/>
            <ac:spMk id="44" creationId="{0825B11B-7848-4769-AC57-34546708B566}"/>
          </ac:spMkLst>
        </pc:spChg>
        <pc:spChg chg="add mod topLvl">
          <ac:chgData name="Roth Michael" userId="7e87037c-c18e-431e-8be4-0058b3a0bd26" providerId="ADAL" clId="{38636705-6887-4998-A425-8F90B230AB08}" dt="2026-04-20T08:27:19.272" v="1835" actId="1035"/>
          <ac:spMkLst>
            <pc:docMk/>
            <pc:sldMk cId="3237848526" sldId="280"/>
            <ac:spMk id="45" creationId="{369A0455-822A-4574-ADC7-ABB4F36EBBE6}"/>
          </ac:spMkLst>
        </pc:spChg>
        <pc:spChg chg="add del mod topLvl">
          <ac:chgData name="Roth Michael" userId="7e87037c-c18e-431e-8be4-0058b3a0bd26" providerId="ADAL" clId="{38636705-6887-4998-A425-8F90B230AB08}" dt="2026-04-15T15:29:33.001" v="1199" actId="478"/>
          <ac:spMkLst>
            <pc:docMk/>
            <pc:sldMk cId="3237848526" sldId="280"/>
            <ac:spMk id="46" creationId="{C6DAD2CF-C42D-402C-9382-9992E52A965E}"/>
          </ac:spMkLst>
        </pc:spChg>
        <pc:spChg chg="add mod topLvl">
          <ac:chgData name="Roth Michael" userId="7e87037c-c18e-431e-8be4-0058b3a0bd26" providerId="ADAL" clId="{38636705-6887-4998-A425-8F90B230AB08}" dt="2026-04-20T08:27:19.272" v="1835" actId="1035"/>
          <ac:spMkLst>
            <pc:docMk/>
            <pc:sldMk cId="3237848526" sldId="280"/>
            <ac:spMk id="47" creationId="{6C61706E-A35B-40B5-BB1F-91FC0BAD7EC7}"/>
          </ac:spMkLst>
        </pc:spChg>
        <pc:spChg chg="add mod topLvl">
          <ac:chgData name="Roth Michael" userId="7e87037c-c18e-431e-8be4-0058b3a0bd26" providerId="ADAL" clId="{38636705-6887-4998-A425-8F90B230AB08}" dt="2026-04-20T08:27:19.272" v="1835" actId="1035"/>
          <ac:spMkLst>
            <pc:docMk/>
            <pc:sldMk cId="3237848526" sldId="280"/>
            <ac:spMk id="48" creationId="{E05B3FB8-F31D-4E44-83D7-AA38932A233D}"/>
          </ac:spMkLst>
        </pc:spChg>
        <pc:spChg chg="add mod topLvl">
          <ac:chgData name="Roth Michael" userId="7e87037c-c18e-431e-8be4-0058b3a0bd26" providerId="ADAL" clId="{38636705-6887-4998-A425-8F90B230AB08}" dt="2026-04-20T08:27:19.272" v="1835" actId="1035"/>
          <ac:spMkLst>
            <pc:docMk/>
            <pc:sldMk cId="3237848526" sldId="280"/>
            <ac:spMk id="49" creationId="{60B97DEA-F8DF-4D1F-845D-6B286A8B9604}"/>
          </ac:spMkLst>
        </pc:spChg>
        <pc:spChg chg="add del mod topLvl">
          <ac:chgData name="Roth Michael" userId="7e87037c-c18e-431e-8be4-0058b3a0bd26" providerId="ADAL" clId="{38636705-6887-4998-A425-8F90B230AB08}" dt="2026-04-15T15:29:33.001" v="1199" actId="478"/>
          <ac:spMkLst>
            <pc:docMk/>
            <pc:sldMk cId="3237848526" sldId="280"/>
            <ac:spMk id="50" creationId="{DAADA931-E5E7-45E5-BDD3-361CF404E162}"/>
          </ac:spMkLst>
        </pc:spChg>
        <pc:spChg chg="add mod topLvl">
          <ac:chgData name="Roth Michael" userId="7e87037c-c18e-431e-8be4-0058b3a0bd26" providerId="ADAL" clId="{38636705-6887-4998-A425-8F90B230AB08}" dt="2026-04-21T11:38:34.458" v="3005" actId="2"/>
          <ac:spMkLst>
            <pc:docMk/>
            <pc:sldMk cId="3237848526" sldId="280"/>
            <ac:spMk id="51" creationId="{4F4FDAFC-3423-43C0-9BC9-369FC28B3EE7}"/>
          </ac:spMkLst>
        </pc:spChg>
        <pc:spChg chg="add mod topLvl">
          <ac:chgData name="Roth Michael" userId="7e87037c-c18e-431e-8be4-0058b3a0bd26" providerId="ADAL" clId="{38636705-6887-4998-A425-8F90B230AB08}" dt="2026-04-20T08:27:19.272" v="1835" actId="1035"/>
          <ac:spMkLst>
            <pc:docMk/>
            <pc:sldMk cId="3237848526" sldId="280"/>
            <ac:spMk id="52" creationId="{652C81A3-3FC4-43EB-BB48-D9113394F720}"/>
          </ac:spMkLst>
        </pc:spChg>
        <pc:spChg chg="add mod topLvl">
          <ac:chgData name="Roth Michael" userId="7e87037c-c18e-431e-8be4-0058b3a0bd26" providerId="ADAL" clId="{38636705-6887-4998-A425-8F90B230AB08}" dt="2026-04-20T08:27:19.272" v="1835" actId="1035"/>
          <ac:spMkLst>
            <pc:docMk/>
            <pc:sldMk cId="3237848526" sldId="280"/>
            <ac:spMk id="53" creationId="{F6FB3A25-7D29-445D-B0D7-7391FF838D64}"/>
          </ac:spMkLst>
        </pc:spChg>
        <pc:spChg chg="add del mod topLvl">
          <ac:chgData name="Roth Michael" userId="7e87037c-c18e-431e-8be4-0058b3a0bd26" providerId="ADAL" clId="{38636705-6887-4998-A425-8F90B230AB08}" dt="2026-04-15T15:29:33.001" v="1199" actId="478"/>
          <ac:spMkLst>
            <pc:docMk/>
            <pc:sldMk cId="3237848526" sldId="280"/>
            <ac:spMk id="54" creationId="{CB059E82-9BF3-46F8-AEDF-B8A57BFA08C4}"/>
          </ac:spMkLst>
        </pc:spChg>
        <pc:spChg chg="add mod topLvl">
          <ac:chgData name="Roth Michael" userId="7e87037c-c18e-431e-8be4-0058b3a0bd26" providerId="ADAL" clId="{38636705-6887-4998-A425-8F90B230AB08}" dt="2026-04-20T08:27:19.272" v="1835" actId="1035"/>
          <ac:spMkLst>
            <pc:docMk/>
            <pc:sldMk cId="3237848526" sldId="280"/>
            <ac:spMk id="55" creationId="{CB8A3571-91F4-4B42-AD18-BE72A45D2DF8}"/>
          </ac:spMkLst>
        </pc:spChg>
        <pc:spChg chg="add mod topLvl">
          <ac:chgData name="Roth Michael" userId="7e87037c-c18e-431e-8be4-0058b3a0bd26" providerId="ADAL" clId="{38636705-6887-4998-A425-8F90B230AB08}" dt="2026-04-20T08:27:19.272" v="1835" actId="1035"/>
          <ac:spMkLst>
            <pc:docMk/>
            <pc:sldMk cId="3237848526" sldId="280"/>
            <ac:spMk id="56" creationId="{FB218765-DB22-4B2D-B21C-AC70A1793330}"/>
          </ac:spMkLst>
        </pc:spChg>
        <pc:spChg chg="add mod topLvl">
          <ac:chgData name="Roth Michael" userId="7e87037c-c18e-431e-8be4-0058b3a0bd26" providerId="ADAL" clId="{38636705-6887-4998-A425-8F90B230AB08}" dt="2026-04-20T08:27:19.272" v="1835" actId="1035"/>
          <ac:spMkLst>
            <pc:docMk/>
            <pc:sldMk cId="3237848526" sldId="280"/>
            <ac:spMk id="57" creationId="{E4F6216A-33D7-4746-AB09-D9490D856102}"/>
          </ac:spMkLst>
        </pc:spChg>
        <pc:spChg chg="add mod topLvl">
          <ac:chgData name="Roth Michael" userId="7e87037c-c18e-431e-8be4-0058b3a0bd26" providerId="ADAL" clId="{38636705-6887-4998-A425-8F90B230AB08}" dt="2026-04-20T08:27:19.272" v="1835" actId="1035"/>
          <ac:spMkLst>
            <pc:docMk/>
            <pc:sldMk cId="3237848526" sldId="280"/>
            <ac:spMk id="58" creationId="{6C3FB641-F2CA-4CC2-8D4C-085EDEBC39AA}"/>
          </ac:spMkLst>
        </pc:spChg>
        <pc:spChg chg="add mod">
          <ac:chgData name="Roth Michael" userId="7e87037c-c18e-431e-8be4-0058b3a0bd26" providerId="ADAL" clId="{38636705-6887-4998-A425-8F90B230AB08}" dt="2026-04-15T15:34:39.881" v="1230" actId="1076"/>
          <ac:spMkLst>
            <pc:docMk/>
            <pc:sldMk cId="3237848526" sldId="280"/>
            <ac:spMk id="59" creationId="{4FF694CA-4C7A-40F2-925C-A5E9492EF7E1}"/>
          </ac:spMkLst>
        </pc:spChg>
        <pc:spChg chg="add mod">
          <ac:chgData name="Roth Michael" userId="7e87037c-c18e-431e-8be4-0058b3a0bd26" providerId="ADAL" clId="{38636705-6887-4998-A425-8F90B230AB08}" dt="2026-04-15T15:35:09.613" v="1233" actId="207"/>
          <ac:spMkLst>
            <pc:docMk/>
            <pc:sldMk cId="3237848526" sldId="280"/>
            <ac:spMk id="60" creationId="{D8803710-B68F-47DC-BF1F-36021A3C6EA2}"/>
          </ac:spMkLst>
        </pc:spChg>
        <pc:spChg chg="add mod">
          <ac:chgData name="Roth Michael" userId="7e87037c-c18e-431e-8be4-0058b3a0bd26" providerId="ADAL" clId="{38636705-6887-4998-A425-8F90B230AB08}" dt="2026-04-20T09:27:52.346" v="2099" actId="20577"/>
          <ac:spMkLst>
            <pc:docMk/>
            <pc:sldMk cId="3237848526" sldId="280"/>
            <ac:spMk id="61" creationId="{9362FC6A-13E9-4FC0-8A5D-7448DEA13F72}"/>
          </ac:spMkLst>
        </pc:spChg>
        <pc:spChg chg="add mod">
          <ac:chgData name="Roth Michael" userId="7e87037c-c18e-431e-8be4-0058b3a0bd26" providerId="ADAL" clId="{38636705-6887-4998-A425-8F90B230AB08}" dt="2026-04-20T09:27:24.706" v="2096" actId="1076"/>
          <ac:spMkLst>
            <pc:docMk/>
            <pc:sldMk cId="3237848526" sldId="280"/>
            <ac:spMk id="62" creationId="{02B77A64-A500-4092-BF3B-37D8166FDCEC}"/>
          </ac:spMkLst>
        </pc:spChg>
        <pc:spChg chg="add mod">
          <ac:chgData name="Roth Michael" userId="7e87037c-c18e-431e-8be4-0058b3a0bd26" providerId="ADAL" clId="{38636705-6887-4998-A425-8F90B230AB08}" dt="2026-04-20T09:27:24.706" v="2096" actId="1076"/>
          <ac:spMkLst>
            <pc:docMk/>
            <pc:sldMk cId="3237848526" sldId="280"/>
            <ac:spMk id="63" creationId="{C08D81CE-5729-4199-85E8-6B8DC677040C}"/>
          </ac:spMkLst>
        </pc:spChg>
        <pc:spChg chg="add mod">
          <ac:chgData name="Roth Michael" userId="7e87037c-c18e-431e-8be4-0058b3a0bd26" providerId="ADAL" clId="{38636705-6887-4998-A425-8F90B230AB08}" dt="2026-04-20T09:27:24.706" v="2096" actId="1076"/>
          <ac:spMkLst>
            <pc:docMk/>
            <pc:sldMk cId="3237848526" sldId="280"/>
            <ac:spMk id="64" creationId="{63C004CA-707F-4B71-A165-42295061E6C9}"/>
          </ac:spMkLst>
        </pc:spChg>
        <pc:spChg chg="add mod">
          <ac:chgData name="Roth Michael" userId="7e87037c-c18e-431e-8be4-0058b3a0bd26" providerId="ADAL" clId="{38636705-6887-4998-A425-8F90B230AB08}" dt="2026-04-20T08:27:19.272" v="1835" actId="1035"/>
          <ac:spMkLst>
            <pc:docMk/>
            <pc:sldMk cId="3237848526" sldId="280"/>
            <ac:spMk id="65" creationId="{F703842B-5470-40C1-8BBD-C8855EBBE6A6}"/>
          </ac:spMkLst>
        </pc:spChg>
        <pc:spChg chg="add del mod">
          <ac:chgData name="Roth Michael" userId="7e87037c-c18e-431e-8be4-0058b3a0bd26" providerId="ADAL" clId="{38636705-6887-4998-A425-8F90B230AB08}" dt="2026-04-15T15:27:07.304" v="1188" actId="478"/>
          <ac:spMkLst>
            <pc:docMk/>
            <pc:sldMk cId="3237848526" sldId="280"/>
            <ac:spMk id="66" creationId="{77456DA2-932D-444B-B5D6-B947F314AD10}"/>
          </ac:spMkLst>
        </pc:spChg>
        <pc:spChg chg="add del mod">
          <ac:chgData name="Roth Michael" userId="7e87037c-c18e-431e-8be4-0058b3a0bd26" providerId="ADAL" clId="{38636705-6887-4998-A425-8F90B230AB08}" dt="2026-04-15T15:27:05.386" v="1187" actId="478"/>
          <ac:spMkLst>
            <pc:docMk/>
            <pc:sldMk cId="3237848526" sldId="280"/>
            <ac:spMk id="67" creationId="{E46597A3-8B09-438C-967F-FFF95357F822}"/>
          </ac:spMkLst>
        </pc:spChg>
        <pc:spChg chg="add del mod">
          <ac:chgData name="Roth Michael" userId="7e87037c-c18e-431e-8be4-0058b3a0bd26" providerId="ADAL" clId="{38636705-6887-4998-A425-8F90B230AB08}" dt="2026-04-15T15:27:05.386" v="1187" actId="478"/>
          <ac:spMkLst>
            <pc:docMk/>
            <pc:sldMk cId="3237848526" sldId="280"/>
            <ac:spMk id="68" creationId="{3231F4EF-05D6-4AE7-A6DA-9EF3BB0488D8}"/>
          </ac:spMkLst>
        </pc:spChg>
        <pc:grpChg chg="add del mod">
          <ac:chgData name="Roth Michael" userId="7e87037c-c18e-431e-8be4-0058b3a0bd26" providerId="ADAL" clId="{38636705-6887-4998-A425-8F90B230AB08}" dt="2026-04-15T15:29:28.422" v="1198" actId="165"/>
          <ac:grpSpMkLst>
            <pc:docMk/>
            <pc:sldMk cId="3237848526" sldId="280"/>
            <ac:grpSpMk id="69" creationId="{E413188B-1C1E-412F-988D-50503CC6927C}"/>
          </ac:grpSpMkLst>
        </pc:grpChg>
      </pc:sldChg>
      <pc:sldChg chg="addSp delSp modSp new mod modTransition modAnim">
        <pc:chgData name="Roth Michael" userId="7e87037c-c18e-431e-8be4-0058b3a0bd26" providerId="ADAL" clId="{38636705-6887-4998-A425-8F90B230AB08}" dt="2026-04-21T11:41:13.442" v="3011" actId="20577"/>
        <pc:sldMkLst>
          <pc:docMk/>
          <pc:sldMk cId="4036817454" sldId="281"/>
        </pc:sldMkLst>
        <pc:spChg chg="mod">
          <ac:chgData name="Roth Michael" userId="7e87037c-c18e-431e-8be4-0058b3a0bd26" providerId="ADAL" clId="{38636705-6887-4998-A425-8F90B230AB08}" dt="2026-04-15T15:08:32.314" v="1052" actId="113"/>
          <ac:spMkLst>
            <pc:docMk/>
            <pc:sldMk cId="4036817454" sldId="281"/>
            <ac:spMk id="2" creationId="{6712C1F5-0ECE-4F23-9937-190EB4851D2F}"/>
          </ac:spMkLst>
        </pc:spChg>
        <pc:spChg chg="add del mod">
          <ac:chgData name="Roth Michael" userId="7e87037c-c18e-431e-8be4-0058b3a0bd26" providerId="ADAL" clId="{38636705-6887-4998-A425-8F90B230AB08}" dt="2026-04-15T15:11:18.266" v="1074" actId="478"/>
          <ac:spMkLst>
            <pc:docMk/>
            <pc:sldMk cId="4036817454" sldId="281"/>
            <ac:spMk id="3" creationId="{E7463873-EFCB-470B-986D-D398A6373F9E}"/>
          </ac:spMkLst>
        </pc:spChg>
        <pc:spChg chg="add mod topLvl">
          <ac:chgData name="Roth Michael" userId="7e87037c-c18e-431e-8be4-0058b3a0bd26" providerId="ADAL" clId="{38636705-6887-4998-A425-8F90B230AB08}" dt="2026-04-21T11:41:13.442" v="3011" actId="20577"/>
          <ac:spMkLst>
            <pc:docMk/>
            <pc:sldMk cId="4036817454" sldId="281"/>
            <ac:spMk id="4" creationId="{7FB2EE6C-170C-4739-8C98-E47FF734A067}"/>
          </ac:spMkLst>
        </pc:spChg>
        <pc:spChg chg="add mod topLvl">
          <ac:chgData name="Roth Michael" userId="7e87037c-c18e-431e-8be4-0058b3a0bd26" providerId="ADAL" clId="{38636705-6887-4998-A425-8F90B230AB08}" dt="2026-04-20T08:33:29.060" v="1968" actId="165"/>
          <ac:spMkLst>
            <pc:docMk/>
            <pc:sldMk cId="4036817454" sldId="281"/>
            <ac:spMk id="5" creationId="{5A0DF3DF-E3A9-47F7-8A21-DFC921D3FD52}"/>
          </ac:spMkLst>
        </pc:spChg>
        <pc:spChg chg="add mod topLvl">
          <ac:chgData name="Roth Michael" userId="7e87037c-c18e-431e-8be4-0058b3a0bd26" providerId="ADAL" clId="{38636705-6887-4998-A425-8F90B230AB08}" dt="2026-04-20T08:33:29.060" v="1968" actId="165"/>
          <ac:spMkLst>
            <pc:docMk/>
            <pc:sldMk cId="4036817454" sldId="281"/>
            <ac:spMk id="6" creationId="{89567210-0003-489C-BD5B-AF5E3E3ED075}"/>
          </ac:spMkLst>
        </pc:spChg>
        <pc:spChg chg="add mod topLvl">
          <ac:chgData name="Roth Michael" userId="7e87037c-c18e-431e-8be4-0058b3a0bd26" providerId="ADAL" clId="{38636705-6887-4998-A425-8F90B230AB08}" dt="2026-04-20T08:33:29.060" v="1968" actId="165"/>
          <ac:spMkLst>
            <pc:docMk/>
            <pc:sldMk cId="4036817454" sldId="281"/>
            <ac:spMk id="7" creationId="{3DD29C7B-DCED-4612-9548-69CFEE3D0C5F}"/>
          </ac:spMkLst>
        </pc:spChg>
        <pc:spChg chg="add mod topLvl">
          <ac:chgData name="Roth Michael" userId="7e87037c-c18e-431e-8be4-0058b3a0bd26" providerId="ADAL" clId="{38636705-6887-4998-A425-8F90B230AB08}" dt="2026-04-20T08:33:29.060" v="1968" actId="165"/>
          <ac:spMkLst>
            <pc:docMk/>
            <pc:sldMk cId="4036817454" sldId="281"/>
            <ac:spMk id="8" creationId="{250FA240-D725-4DC3-8736-39112082A338}"/>
          </ac:spMkLst>
        </pc:spChg>
        <pc:spChg chg="add mod topLvl">
          <ac:chgData name="Roth Michael" userId="7e87037c-c18e-431e-8be4-0058b3a0bd26" providerId="ADAL" clId="{38636705-6887-4998-A425-8F90B230AB08}" dt="2026-04-20T08:33:29.060" v="1968" actId="165"/>
          <ac:spMkLst>
            <pc:docMk/>
            <pc:sldMk cId="4036817454" sldId="281"/>
            <ac:spMk id="9" creationId="{7E484825-397C-40B1-803C-D400F4929E2C}"/>
          </ac:spMkLst>
        </pc:spChg>
        <pc:spChg chg="add mod topLvl">
          <ac:chgData name="Roth Michael" userId="7e87037c-c18e-431e-8be4-0058b3a0bd26" providerId="ADAL" clId="{38636705-6887-4998-A425-8F90B230AB08}" dt="2026-04-20T08:33:29.060" v="1968" actId="165"/>
          <ac:spMkLst>
            <pc:docMk/>
            <pc:sldMk cId="4036817454" sldId="281"/>
            <ac:spMk id="10" creationId="{113F152F-C5DF-4310-95E5-7C2438866EC1}"/>
          </ac:spMkLst>
        </pc:spChg>
        <pc:spChg chg="add mod topLvl">
          <ac:chgData name="Roth Michael" userId="7e87037c-c18e-431e-8be4-0058b3a0bd26" providerId="ADAL" clId="{38636705-6887-4998-A425-8F90B230AB08}" dt="2026-04-20T08:33:29.060" v="1968" actId="165"/>
          <ac:spMkLst>
            <pc:docMk/>
            <pc:sldMk cId="4036817454" sldId="281"/>
            <ac:spMk id="11" creationId="{1C9C3FD3-7643-4BB4-ABD1-00919A0CB4EC}"/>
          </ac:spMkLst>
        </pc:spChg>
        <pc:spChg chg="add mod topLvl">
          <ac:chgData name="Roth Michael" userId="7e87037c-c18e-431e-8be4-0058b3a0bd26" providerId="ADAL" clId="{38636705-6887-4998-A425-8F90B230AB08}" dt="2026-04-20T08:33:29.060" v="1968" actId="165"/>
          <ac:spMkLst>
            <pc:docMk/>
            <pc:sldMk cId="4036817454" sldId="281"/>
            <ac:spMk id="12" creationId="{7A9D7A93-F86E-4B72-AADA-539D016C303C}"/>
          </ac:spMkLst>
        </pc:spChg>
        <pc:spChg chg="add mod topLvl">
          <ac:chgData name="Roth Michael" userId="7e87037c-c18e-431e-8be4-0058b3a0bd26" providerId="ADAL" clId="{38636705-6887-4998-A425-8F90B230AB08}" dt="2026-04-20T08:33:29.060" v="1968" actId="165"/>
          <ac:spMkLst>
            <pc:docMk/>
            <pc:sldMk cId="4036817454" sldId="281"/>
            <ac:spMk id="13" creationId="{4A552989-3311-4B60-9C29-7BAD5EE50A8E}"/>
          </ac:spMkLst>
        </pc:spChg>
        <pc:spChg chg="add mod topLvl">
          <ac:chgData name="Roth Michael" userId="7e87037c-c18e-431e-8be4-0058b3a0bd26" providerId="ADAL" clId="{38636705-6887-4998-A425-8F90B230AB08}" dt="2026-04-20T08:33:29.060" v="1968" actId="165"/>
          <ac:spMkLst>
            <pc:docMk/>
            <pc:sldMk cId="4036817454" sldId="281"/>
            <ac:spMk id="14" creationId="{D62E9713-1292-45B1-AAC1-4CDD1F6F7754}"/>
          </ac:spMkLst>
        </pc:spChg>
        <pc:spChg chg="add mod topLvl">
          <ac:chgData name="Roth Michael" userId="7e87037c-c18e-431e-8be4-0058b3a0bd26" providerId="ADAL" clId="{38636705-6887-4998-A425-8F90B230AB08}" dt="2026-04-20T08:33:29.060" v="1968" actId="165"/>
          <ac:spMkLst>
            <pc:docMk/>
            <pc:sldMk cId="4036817454" sldId="281"/>
            <ac:spMk id="15" creationId="{0A1F8C5C-D525-498A-904F-9613DC0645A1}"/>
          </ac:spMkLst>
        </pc:spChg>
        <pc:spChg chg="add mod topLvl">
          <ac:chgData name="Roth Michael" userId="7e87037c-c18e-431e-8be4-0058b3a0bd26" providerId="ADAL" clId="{38636705-6887-4998-A425-8F90B230AB08}" dt="2026-04-20T08:33:29.060" v="1968" actId="165"/>
          <ac:spMkLst>
            <pc:docMk/>
            <pc:sldMk cId="4036817454" sldId="281"/>
            <ac:spMk id="16" creationId="{7367E0F1-F06C-4178-BEB4-25C6A353D1FE}"/>
          </ac:spMkLst>
        </pc:spChg>
        <pc:spChg chg="add mod topLvl">
          <ac:chgData name="Roth Michael" userId="7e87037c-c18e-431e-8be4-0058b3a0bd26" providerId="ADAL" clId="{38636705-6887-4998-A425-8F90B230AB08}" dt="2026-04-20T08:33:29.060" v="1968" actId="165"/>
          <ac:spMkLst>
            <pc:docMk/>
            <pc:sldMk cId="4036817454" sldId="281"/>
            <ac:spMk id="17" creationId="{AE13E616-08C3-4FC2-A7D4-97D47B1FD721}"/>
          </ac:spMkLst>
        </pc:spChg>
        <pc:spChg chg="add mod topLvl">
          <ac:chgData name="Roth Michael" userId="7e87037c-c18e-431e-8be4-0058b3a0bd26" providerId="ADAL" clId="{38636705-6887-4998-A425-8F90B230AB08}" dt="2026-04-20T08:33:29.060" v="1968" actId="165"/>
          <ac:spMkLst>
            <pc:docMk/>
            <pc:sldMk cId="4036817454" sldId="281"/>
            <ac:spMk id="18" creationId="{87C426DD-1057-4A5C-B9A2-5E434D7F6808}"/>
          </ac:spMkLst>
        </pc:spChg>
        <pc:spChg chg="add mod topLvl">
          <ac:chgData name="Roth Michael" userId="7e87037c-c18e-431e-8be4-0058b3a0bd26" providerId="ADAL" clId="{38636705-6887-4998-A425-8F90B230AB08}" dt="2026-04-20T08:33:29.060" v="1968" actId="165"/>
          <ac:spMkLst>
            <pc:docMk/>
            <pc:sldMk cId="4036817454" sldId="281"/>
            <ac:spMk id="19" creationId="{62BCD217-84ED-46BA-BE8B-D2BB403FCA70}"/>
          </ac:spMkLst>
        </pc:spChg>
        <pc:spChg chg="add mod topLvl">
          <ac:chgData name="Roth Michael" userId="7e87037c-c18e-431e-8be4-0058b3a0bd26" providerId="ADAL" clId="{38636705-6887-4998-A425-8F90B230AB08}" dt="2026-04-20T08:33:29.060" v="1968" actId="165"/>
          <ac:spMkLst>
            <pc:docMk/>
            <pc:sldMk cId="4036817454" sldId="281"/>
            <ac:spMk id="20" creationId="{10D10A4E-3327-4354-9740-7DF2FE9FD613}"/>
          </ac:spMkLst>
        </pc:spChg>
        <pc:spChg chg="add mod topLvl">
          <ac:chgData name="Roth Michael" userId="7e87037c-c18e-431e-8be4-0058b3a0bd26" providerId="ADAL" clId="{38636705-6887-4998-A425-8F90B230AB08}" dt="2026-04-20T08:33:29.060" v="1968" actId="165"/>
          <ac:spMkLst>
            <pc:docMk/>
            <pc:sldMk cId="4036817454" sldId="281"/>
            <ac:spMk id="21" creationId="{74D28ED3-DC32-49E5-9ED8-64D8821EBDF1}"/>
          </ac:spMkLst>
        </pc:spChg>
        <pc:spChg chg="add mod topLvl">
          <ac:chgData name="Roth Michael" userId="7e87037c-c18e-431e-8be4-0058b3a0bd26" providerId="ADAL" clId="{38636705-6887-4998-A425-8F90B230AB08}" dt="2026-04-20T08:33:29.060" v="1968" actId="165"/>
          <ac:spMkLst>
            <pc:docMk/>
            <pc:sldMk cId="4036817454" sldId="281"/>
            <ac:spMk id="22" creationId="{2CF4980D-0AFE-49A2-ADB7-D77B87DC11D0}"/>
          </ac:spMkLst>
        </pc:spChg>
        <pc:spChg chg="add mod topLvl">
          <ac:chgData name="Roth Michael" userId="7e87037c-c18e-431e-8be4-0058b3a0bd26" providerId="ADAL" clId="{38636705-6887-4998-A425-8F90B230AB08}" dt="2026-04-20T08:33:29.060" v="1968" actId="165"/>
          <ac:spMkLst>
            <pc:docMk/>
            <pc:sldMk cId="4036817454" sldId="281"/>
            <ac:spMk id="23" creationId="{9D2292F4-7BD8-4DEF-9E02-9E3D1FCA28A8}"/>
          </ac:spMkLst>
        </pc:spChg>
        <pc:spChg chg="add mod topLvl">
          <ac:chgData name="Roth Michael" userId="7e87037c-c18e-431e-8be4-0058b3a0bd26" providerId="ADAL" clId="{38636705-6887-4998-A425-8F90B230AB08}" dt="2026-04-20T08:33:29.060" v="1968" actId="165"/>
          <ac:spMkLst>
            <pc:docMk/>
            <pc:sldMk cId="4036817454" sldId="281"/>
            <ac:spMk id="24" creationId="{9D6A98F2-F349-4463-8850-A5D9752C377B}"/>
          </ac:spMkLst>
        </pc:spChg>
        <pc:spChg chg="add mod topLvl">
          <ac:chgData name="Roth Michael" userId="7e87037c-c18e-431e-8be4-0058b3a0bd26" providerId="ADAL" clId="{38636705-6887-4998-A425-8F90B230AB08}" dt="2026-04-20T08:33:29.060" v="1968" actId="165"/>
          <ac:spMkLst>
            <pc:docMk/>
            <pc:sldMk cId="4036817454" sldId="281"/>
            <ac:spMk id="25" creationId="{5BDCEF60-38D4-46CE-9B23-088EBDCC5580}"/>
          </ac:spMkLst>
        </pc:spChg>
        <pc:spChg chg="add mod topLvl">
          <ac:chgData name="Roth Michael" userId="7e87037c-c18e-431e-8be4-0058b3a0bd26" providerId="ADAL" clId="{38636705-6887-4998-A425-8F90B230AB08}" dt="2026-04-20T08:33:29.060" v="1968" actId="165"/>
          <ac:spMkLst>
            <pc:docMk/>
            <pc:sldMk cId="4036817454" sldId="281"/>
            <ac:spMk id="26" creationId="{0AC3E9A1-F7F4-47E0-ABC2-F119A3953C8D}"/>
          </ac:spMkLst>
        </pc:spChg>
        <pc:spChg chg="add mod topLvl">
          <ac:chgData name="Roth Michael" userId="7e87037c-c18e-431e-8be4-0058b3a0bd26" providerId="ADAL" clId="{38636705-6887-4998-A425-8F90B230AB08}" dt="2026-04-20T08:33:29.060" v="1968" actId="165"/>
          <ac:spMkLst>
            <pc:docMk/>
            <pc:sldMk cId="4036817454" sldId="281"/>
            <ac:spMk id="27" creationId="{048FBE2D-533D-49F8-AEA8-CE6CCB1E61DE}"/>
          </ac:spMkLst>
        </pc:spChg>
        <pc:spChg chg="add mod">
          <ac:chgData name="Roth Michael" userId="7e87037c-c18e-431e-8be4-0058b3a0bd26" providerId="ADAL" clId="{38636705-6887-4998-A425-8F90B230AB08}" dt="2026-04-15T15:11:52.357" v="1081" actId="1076"/>
          <ac:spMkLst>
            <pc:docMk/>
            <pc:sldMk cId="4036817454" sldId="281"/>
            <ac:spMk id="28" creationId="{8A3F51E8-3A65-4814-A8FF-CEEB42FE0CB0}"/>
          </ac:spMkLst>
        </pc:spChg>
        <pc:spChg chg="add mod">
          <ac:chgData name="Roth Michael" userId="7e87037c-c18e-431e-8be4-0058b3a0bd26" providerId="ADAL" clId="{38636705-6887-4998-A425-8F90B230AB08}" dt="2026-04-15T15:15:20.116" v="1098" actId="14100"/>
          <ac:spMkLst>
            <pc:docMk/>
            <pc:sldMk cId="4036817454" sldId="281"/>
            <ac:spMk id="29" creationId="{602FD36E-3992-42A1-A7E7-92D19257FD31}"/>
          </ac:spMkLst>
        </pc:spChg>
        <pc:spChg chg="add del mod">
          <ac:chgData name="Roth Michael" userId="7e87037c-c18e-431e-8be4-0058b3a0bd26" providerId="ADAL" clId="{38636705-6887-4998-A425-8F90B230AB08}" dt="2026-04-17T09:12:05.833" v="1469" actId="478"/>
          <ac:spMkLst>
            <pc:docMk/>
            <pc:sldMk cId="4036817454" sldId="281"/>
            <ac:spMk id="30" creationId="{DE432BF9-C7B5-426C-8D39-85E18F06EFB4}"/>
          </ac:spMkLst>
        </pc:spChg>
        <pc:spChg chg="add mod">
          <ac:chgData name="Roth Michael" userId="7e87037c-c18e-431e-8be4-0058b3a0bd26" providerId="ADAL" clId="{38636705-6887-4998-A425-8F90B230AB08}" dt="2026-04-17T09:13:03.519" v="1485" actId="255"/>
          <ac:spMkLst>
            <pc:docMk/>
            <pc:sldMk cId="4036817454" sldId="281"/>
            <ac:spMk id="31" creationId="{A6B8BA79-AE0D-4A90-951C-A1CDBE6BE73F}"/>
          </ac:spMkLst>
        </pc:spChg>
        <pc:spChg chg="add mod">
          <ac:chgData name="Roth Michael" userId="7e87037c-c18e-431e-8be4-0058b3a0bd26" providerId="ADAL" clId="{38636705-6887-4998-A425-8F90B230AB08}" dt="2026-04-20T17:10:33.501" v="2878" actId="20577"/>
          <ac:spMkLst>
            <pc:docMk/>
            <pc:sldMk cId="4036817454" sldId="281"/>
            <ac:spMk id="32" creationId="{A6B69935-0667-4BBD-9BAE-B932ECF021DF}"/>
          </ac:spMkLst>
        </pc:spChg>
        <pc:spChg chg="add mod">
          <ac:chgData name="Roth Michael" userId="7e87037c-c18e-431e-8be4-0058b3a0bd26" providerId="ADAL" clId="{38636705-6887-4998-A425-8F90B230AB08}" dt="2026-04-17T09:12:23.755" v="1479" actId="14100"/>
          <ac:spMkLst>
            <pc:docMk/>
            <pc:sldMk cId="4036817454" sldId="281"/>
            <ac:spMk id="33" creationId="{BE0106D9-C258-45BD-AF27-8C0EC69CEEFB}"/>
          </ac:spMkLst>
        </pc:spChg>
        <pc:grpChg chg="add del mod">
          <ac:chgData name="Roth Michael" userId="7e87037c-c18e-431e-8be4-0058b3a0bd26" providerId="ADAL" clId="{38636705-6887-4998-A425-8F90B230AB08}" dt="2026-04-20T08:33:29.060" v="1968" actId="165"/>
          <ac:grpSpMkLst>
            <pc:docMk/>
            <pc:sldMk cId="4036817454" sldId="281"/>
            <ac:grpSpMk id="32" creationId="{E56F3FBD-F33D-4B8F-B442-B58EB461F6B1}"/>
          </ac:grpSpMkLst>
        </pc:grpChg>
      </pc:sldChg>
      <pc:sldChg chg="addSp modSp new del mod">
        <pc:chgData name="Roth Michael" userId="7e87037c-c18e-431e-8be4-0058b3a0bd26" providerId="ADAL" clId="{38636705-6887-4998-A425-8F90B230AB08}" dt="2026-04-15T15:07:33.078" v="1049" actId="47"/>
        <pc:sldMkLst>
          <pc:docMk/>
          <pc:sldMk cId="4049254645" sldId="282"/>
        </pc:sldMkLst>
        <pc:spChg chg="add mod">
          <ac:chgData name="Roth Michael" userId="7e87037c-c18e-431e-8be4-0058b3a0bd26" providerId="ADAL" clId="{38636705-6887-4998-A425-8F90B230AB08}" dt="2026-04-15T14:40:07.001" v="867" actId="1076"/>
          <ac:spMkLst>
            <pc:docMk/>
            <pc:sldMk cId="4049254645" sldId="282"/>
            <ac:spMk id="3" creationId="{6E227891-65AA-48C1-8354-63F11279775C}"/>
          </ac:spMkLst>
        </pc:spChg>
        <pc:spChg chg="add mod">
          <ac:chgData name="Roth Michael" userId="7e87037c-c18e-431e-8be4-0058b3a0bd26" providerId="ADAL" clId="{38636705-6887-4998-A425-8F90B230AB08}" dt="2026-04-15T14:40:07.001" v="867" actId="1076"/>
          <ac:spMkLst>
            <pc:docMk/>
            <pc:sldMk cId="4049254645" sldId="282"/>
            <ac:spMk id="4" creationId="{F41A6077-2EE0-4976-B923-B3B1C909870C}"/>
          </ac:spMkLst>
        </pc:spChg>
        <pc:spChg chg="add mod">
          <ac:chgData name="Roth Michael" userId="7e87037c-c18e-431e-8be4-0058b3a0bd26" providerId="ADAL" clId="{38636705-6887-4998-A425-8F90B230AB08}" dt="2026-04-15T14:40:07.001" v="867" actId="1076"/>
          <ac:spMkLst>
            <pc:docMk/>
            <pc:sldMk cId="4049254645" sldId="282"/>
            <ac:spMk id="6" creationId="{7492CDCE-7B21-4556-B2A8-5513ECC162E1}"/>
          </ac:spMkLst>
        </pc:spChg>
        <pc:spChg chg="add mod">
          <ac:chgData name="Roth Michael" userId="7e87037c-c18e-431e-8be4-0058b3a0bd26" providerId="ADAL" clId="{38636705-6887-4998-A425-8F90B230AB08}" dt="2026-04-15T14:40:07.001" v="867" actId="1076"/>
          <ac:spMkLst>
            <pc:docMk/>
            <pc:sldMk cId="4049254645" sldId="282"/>
            <ac:spMk id="7" creationId="{8ADD35A0-ADB7-493B-9F1F-1FD6390697B8}"/>
          </ac:spMkLst>
        </pc:spChg>
        <pc:spChg chg="add mod">
          <ac:chgData name="Roth Michael" userId="7e87037c-c18e-431e-8be4-0058b3a0bd26" providerId="ADAL" clId="{38636705-6887-4998-A425-8F90B230AB08}" dt="2026-04-15T14:40:07.001" v="867" actId="1076"/>
          <ac:spMkLst>
            <pc:docMk/>
            <pc:sldMk cId="4049254645" sldId="282"/>
            <ac:spMk id="8" creationId="{7EE50C2D-E49D-4DF1-B59C-D7505C292774}"/>
          </ac:spMkLst>
        </pc:spChg>
        <pc:spChg chg="add mod">
          <ac:chgData name="Roth Michael" userId="7e87037c-c18e-431e-8be4-0058b3a0bd26" providerId="ADAL" clId="{38636705-6887-4998-A425-8F90B230AB08}" dt="2026-04-15T14:40:07.001" v="867" actId="1076"/>
          <ac:spMkLst>
            <pc:docMk/>
            <pc:sldMk cId="4049254645" sldId="282"/>
            <ac:spMk id="10" creationId="{78523C4D-9836-493F-BA5E-E06E1EC13863}"/>
          </ac:spMkLst>
        </pc:spChg>
        <pc:spChg chg="add mod">
          <ac:chgData name="Roth Michael" userId="7e87037c-c18e-431e-8be4-0058b3a0bd26" providerId="ADAL" clId="{38636705-6887-4998-A425-8F90B230AB08}" dt="2026-04-15T14:40:07.001" v="867" actId="1076"/>
          <ac:spMkLst>
            <pc:docMk/>
            <pc:sldMk cId="4049254645" sldId="282"/>
            <ac:spMk id="11" creationId="{FA245B96-2474-4657-94D4-744B8A31E89D}"/>
          </ac:spMkLst>
        </pc:spChg>
        <pc:spChg chg="add mod">
          <ac:chgData name="Roth Michael" userId="7e87037c-c18e-431e-8be4-0058b3a0bd26" providerId="ADAL" clId="{38636705-6887-4998-A425-8F90B230AB08}" dt="2026-04-15T14:40:07.001" v="867" actId="1076"/>
          <ac:spMkLst>
            <pc:docMk/>
            <pc:sldMk cId="4049254645" sldId="282"/>
            <ac:spMk id="12" creationId="{B8F878CE-1C03-4303-8367-D40152C85162}"/>
          </ac:spMkLst>
        </pc:spChg>
        <pc:spChg chg="add mod">
          <ac:chgData name="Roth Michael" userId="7e87037c-c18e-431e-8be4-0058b3a0bd26" providerId="ADAL" clId="{38636705-6887-4998-A425-8F90B230AB08}" dt="2026-04-15T14:40:07.001" v="867" actId="1076"/>
          <ac:spMkLst>
            <pc:docMk/>
            <pc:sldMk cId="4049254645" sldId="282"/>
            <ac:spMk id="14" creationId="{880768DD-DC91-4A47-B5E6-A3445161792A}"/>
          </ac:spMkLst>
        </pc:spChg>
        <pc:spChg chg="add mod">
          <ac:chgData name="Roth Michael" userId="7e87037c-c18e-431e-8be4-0058b3a0bd26" providerId="ADAL" clId="{38636705-6887-4998-A425-8F90B230AB08}" dt="2026-04-15T14:40:07.001" v="867" actId="1076"/>
          <ac:spMkLst>
            <pc:docMk/>
            <pc:sldMk cId="4049254645" sldId="282"/>
            <ac:spMk id="15" creationId="{AA9A9CCB-2E0D-4B3A-BC39-BB6C3F11EF27}"/>
          </ac:spMkLst>
        </pc:spChg>
        <pc:spChg chg="add mod">
          <ac:chgData name="Roth Michael" userId="7e87037c-c18e-431e-8be4-0058b3a0bd26" providerId="ADAL" clId="{38636705-6887-4998-A425-8F90B230AB08}" dt="2026-04-15T14:40:07.001" v="867" actId="1076"/>
          <ac:spMkLst>
            <pc:docMk/>
            <pc:sldMk cId="4049254645" sldId="282"/>
            <ac:spMk id="16" creationId="{69E71328-7802-4918-A8E7-A6B984D2C844}"/>
          </ac:spMkLst>
        </pc:spChg>
        <pc:spChg chg="add mod">
          <ac:chgData name="Roth Michael" userId="7e87037c-c18e-431e-8be4-0058b3a0bd26" providerId="ADAL" clId="{38636705-6887-4998-A425-8F90B230AB08}" dt="2026-04-15T15:07:23.948" v="1047" actId="1076"/>
          <ac:spMkLst>
            <pc:docMk/>
            <pc:sldMk cId="4049254645" sldId="282"/>
            <ac:spMk id="17" creationId="{5700B27A-9946-4BF4-833F-2B4B2F59CDBF}"/>
          </ac:spMkLst>
        </pc:spChg>
        <pc:picChg chg="add mod">
          <ac:chgData name="Roth Michael" userId="7e87037c-c18e-431e-8be4-0058b3a0bd26" providerId="ADAL" clId="{38636705-6887-4998-A425-8F90B230AB08}" dt="2026-04-15T14:40:07.001" v="867" actId="1076"/>
          <ac:picMkLst>
            <pc:docMk/>
            <pc:sldMk cId="4049254645" sldId="282"/>
            <ac:picMk id="5" creationId="{5DEBA18F-E1CD-4DC0-8292-E9ED9AFB4A15}"/>
          </ac:picMkLst>
        </pc:picChg>
        <pc:picChg chg="add mod">
          <ac:chgData name="Roth Michael" userId="7e87037c-c18e-431e-8be4-0058b3a0bd26" providerId="ADAL" clId="{38636705-6887-4998-A425-8F90B230AB08}" dt="2026-04-15T14:40:07.001" v="867" actId="1076"/>
          <ac:picMkLst>
            <pc:docMk/>
            <pc:sldMk cId="4049254645" sldId="282"/>
            <ac:picMk id="9" creationId="{706B26F3-1DB1-4BD6-A3A8-C25D8449A30A}"/>
          </ac:picMkLst>
        </pc:picChg>
        <pc:picChg chg="add mod">
          <ac:chgData name="Roth Michael" userId="7e87037c-c18e-431e-8be4-0058b3a0bd26" providerId="ADAL" clId="{38636705-6887-4998-A425-8F90B230AB08}" dt="2026-04-15T14:40:07.001" v="867" actId="1076"/>
          <ac:picMkLst>
            <pc:docMk/>
            <pc:sldMk cId="4049254645" sldId="282"/>
            <ac:picMk id="13" creationId="{DB1AF508-11C6-45FC-B057-1C83014496AE}"/>
          </ac:picMkLst>
        </pc:picChg>
      </pc:sldChg>
      <pc:sldChg chg="addSp modSp new del mod">
        <pc:chgData name="Roth Michael" userId="7e87037c-c18e-431e-8be4-0058b3a0bd26" providerId="ADAL" clId="{38636705-6887-4998-A425-8F90B230AB08}" dt="2026-04-15T14:44:06.090" v="901" actId="47"/>
        <pc:sldMkLst>
          <pc:docMk/>
          <pc:sldMk cId="4288772675" sldId="283"/>
        </pc:sldMkLst>
        <pc:spChg chg="add mod">
          <ac:chgData name="Roth Michael" userId="7e87037c-c18e-431e-8be4-0058b3a0bd26" providerId="ADAL" clId="{38636705-6887-4998-A425-8F90B230AB08}" dt="2026-04-15T14:41:15.684" v="870" actId="1076"/>
          <ac:spMkLst>
            <pc:docMk/>
            <pc:sldMk cId="4288772675" sldId="283"/>
            <ac:spMk id="3" creationId="{247CE3B7-1264-4889-B293-BEBEE0370895}"/>
          </ac:spMkLst>
        </pc:spChg>
        <pc:spChg chg="add mod">
          <ac:chgData name="Roth Michael" userId="7e87037c-c18e-431e-8be4-0058b3a0bd26" providerId="ADAL" clId="{38636705-6887-4998-A425-8F90B230AB08}" dt="2026-04-15T14:41:15.684" v="870" actId="1076"/>
          <ac:spMkLst>
            <pc:docMk/>
            <pc:sldMk cId="4288772675" sldId="283"/>
            <ac:spMk id="4" creationId="{25E59691-11B0-46C6-922F-A481447B17AC}"/>
          </ac:spMkLst>
        </pc:spChg>
        <pc:spChg chg="add mod">
          <ac:chgData name="Roth Michael" userId="7e87037c-c18e-431e-8be4-0058b3a0bd26" providerId="ADAL" clId="{38636705-6887-4998-A425-8F90B230AB08}" dt="2026-04-15T14:41:15.684" v="870" actId="1076"/>
          <ac:spMkLst>
            <pc:docMk/>
            <pc:sldMk cId="4288772675" sldId="283"/>
            <ac:spMk id="5" creationId="{07BB500D-7F8C-4D0D-BD11-345093FE7B11}"/>
          </ac:spMkLst>
        </pc:spChg>
        <pc:spChg chg="add mod">
          <ac:chgData name="Roth Michael" userId="7e87037c-c18e-431e-8be4-0058b3a0bd26" providerId="ADAL" clId="{38636705-6887-4998-A425-8F90B230AB08}" dt="2026-04-15T14:41:15.684" v="870" actId="1076"/>
          <ac:spMkLst>
            <pc:docMk/>
            <pc:sldMk cId="4288772675" sldId="283"/>
            <ac:spMk id="7" creationId="{2CE6995E-8031-4F1C-81C5-0DFBEF11AD1F}"/>
          </ac:spMkLst>
        </pc:spChg>
        <pc:spChg chg="add mod">
          <ac:chgData name="Roth Michael" userId="7e87037c-c18e-431e-8be4-0058b3a0bd26" providerId="ADAL" clId="{38636705-6887-4998-A425-8F90B230AB08}" dt="2026-04-15T14:41:15.684" v="870" actId="1076"/>
          <ac:spMkLst>
            <pc:docMk/>
            <pc:sldMk cId="4288772675" sldId="283"/>
            <ac:spMk id="8" creationId="{620DCA34-C0CA-4EE9-A3B1-681CF1F966E2}"/>
          </ac:spMkLst>
        </pc:spChg>
        <pc:spChg chg="add mod">
          <ac:chgData name="Roth Michael" userId="7e87037c-c18e-431e-8be4-0058b3a0bd26" providerId="ADAL" clId="{38636705-6887-4998-A425-8F90B230AB08}" dt="2026-04-15T14:41:15.684" v="870" actId="1076"/>
          <ac:spMkLst>
            <pc:docMk/>
            <pc:sldMk cId="4288772675" sldId="283"/>
            <ac:spMk id="9" creationId="{91BC66E0-36D0-44ED-8E3D-0E24984E4732}"/>
          </ac:spMkLst>
        </pc:spChg>
        <pc:spChg chg="add mod">
          <ac:chgData name="Roth Michael" userId="7e87037c-c18e-431e-8be4-0058b3a0bd26" providerId="ADAL" clId="{38636705-6887-4998-A425-8F90B230AB08}" dt="2026-04-15T14:41:15.684" v="870" actId="1076"/>
          <ac:spMkLst>
            <pc:docMk/>
            <pc:sldMk cId="4288772675" sldId="283"/>
            <ac:spMk id="10" creationId="{62657D7C-61BD-461F-A032-19180B42EEFA}"/>
          </ac:spMkLst>
        </pc:spChg>
        <pc:spChg chg="add mod">
          <ac:chgData name="Roth Michael" userId="7e87037c-c18e-431e-8be4-0058b3a0bd26" providerId="ADAL" clId="{38636705-6887-4998-A425-8F90B230AB08}" dt="2026-04-15T14:41:15.684" v="870" actId="1076"/>
          <ac:spMkLst>
            <pc:docMk/>
            <pc:sldMk cId="4288772675" sldId="283"/>
            <ac:spMk id="12" creationId="{0D50649D-405F-4B24-8096-5D3021ABAAB4}"/>
          </ac:spMkLst>
        </pc:spChg>
        <pc:spChg chg="add mod">
          <ac:chgData name="Roth Michael" userId="7e87037c-c18e-431e-8be4-0058b3a0bd26" providerId="ADAL" clId="{38636705-6887-4998-A425-8F90B230AB08}" dt="2026-04-15T14:41:15.684" v="870" actId="1076"/>
          <ac:spMkLst>
            <pc:docMk/>
            <pc:sldMk cId="4288772675" sldId="283"/>
            <ac:spMk id="13" creationId="{0275F78B-16FF-44BD-8938-A4CE99E66AA6}"/>
          </ac:spMkLst>
        </pc:spChg>
        <pc:spChg chg="add mod">
          <ac:chgData name="Roth Michael" userId="7e87037c-c18e-431e-8be4-0058b3a0bd26" providerId="ADAL" clId="{38636705-6887-4998-A425-8F90B230AB08}" dt="2026-04-15T14:41:15.684" v="870" actId="1076"/>
          <ac:spMkLst>
            <pc:docMk/>
            <pc:sldMk cId="4288772675" sldId="283"/>
            <ac:spMk id="14" creationId="{75B03484-98EA-497E-9BA8-D35D20F995F0}"/>
          </ac:spMkLst>
        </pc:spChg>
        <pc:spChg chg="add mod">
          <ac:chgData name="Roth Michael" userId="7e87037c-c18e-431e-8be4-0058b3a0bd26" providerId="ADAL" clId="{38636705-6887-4998-A425-8F90B230AB08}" dt="2026-04-15T14:41:15.684" v="870" actId="1076"/>
          <ac:spMkLst>
            <pc:docMk/>
            <pc:sldMk cId="4288772675" sldId="283"/>
            <ac:spMk id="15" creationId="{13FD0DA6-1D51-42F1-895B-3CBB72CE298B}"/>
          </ac:spMkLst>
        </pc:spChg>
        <pc:spChg chg="add mod">
          <ac:chgData name="Roth Michael" userId="7e87037c-c18e-431e-8be4-0058b3a0bd26" providerId="ADAL" clId="{38636705-6887-4998-A425-8F90B230AB08}" dt="2026-04-15T14:41:15.684" v="870" actId="1076"/>
          <ac:spMkLst>
            <pc:docMk/>
            <pc:sldMk cId="4288772675" sldId="283"/>
            <ac:spMk id="17" creationId="{57CB7C45-A30C-45ED-A7EF-73B8371F0170}"/>
          </ac:spMkLst>
        </pc:spChg>
        <pc:picChg chg="add mod">
          <ac:chgData name="Roth Michael" userId="7e87037c-c18e-431e-8be4-0058b3a0bd26" providerId="ADAL" clId="{38636705-6887-4998-A425-8F90B230AB08}" dt="2026-04-15T14:41:15.684" v="870" actId="1076"/>
          <ac:picMkLst>
            <pc:docMk/>
            <pc:sldMk cId="4288772675" sldId="283"/>
            <ac:picMk id="6" creationId="{01F7A39F-990B-40AB-A121-10B469047213}"/>
          </ac:picMkLst>
        </pc:picChg>
        <pc:picChg chg="add mod">
          <ac:chgData name="Roth Michael" userId="7e87037c-c18e-431e-8be4-0058b3a0bd26" providerId="ADAL" clId="{38636705-6887-4998-A425-8F90B230AB08}" dt="2026-04-15T14:41:15.684" v="870" actId="1076"/>
          <ac:picMkLst>
            <pc:docMk/>
            <pc:sldMk cId="4288772675" sldId="283"/>
            <ac:picMk id="11" creationId="{5785082A-D00C-403C-9460-4D3DEB22A294}"/>
          </ac:picMkLst>
        </pc:picChg>
        <pc:picChg chg="add mod">
          <ac:chgData name="Roth Michael" userId="7e87037c-c18e-431e-8be4-0058b3a0bd26" providerId="ADAL" clId="{38636705-6887-4998-A425-8F90B230AB08}" dt="2026-04-15T14:41:15.684" v="870" actId="1076"/>
          <ac:picMkLst>
            <pc:docMk/>
            <pc:sldMk cId="4288772675" sldId="283"/>
            <ac:picMk id="16" creationId="{20315AF3-0D2C-4BB5-9F66-5EE21CEB204E}"/>
          </ac:picMkLst>
        </pc:picChg>
      </pc:sldChg>
      <pc:sldChg chg="addSp delSp modSp new mod ord modTransition modAnim">
        <pc:chgData name="Roth Michael" userId="7e87037c-c18e-431e-8be4-0058b3a0bd26" providerId="ADAL" clId="{38636705-6887-4998-A425-8F90B230AB08}" dt="2026-04-20T17:09:45.757" v="2833" actId="20577"/>
        <pc:sldMkLst>
          <pc:docMk/>
          <pc:sldMk cId="1135188955" sldId="284"/>
        </pc:sldMkLst>
        <pc:spChg chg="mod">
          <ac:chgData name="Roth Michael" userId="7e87037c-c18e-431e-8be4-0058b3a0bd26" providerId="ADAL" clId="{38636705-6887-4998-A425-8F90B230AB08}" dt="2026-04-15T15:41:11.674" v="1419" actId="20577"/>
          <ac:spMkLst>
            <pc:docMk/>
            <pc:sldMk cId="1135188955" sldId="284"/>
            <ac:spMk id="2" creationId="{350D1687-CCEE-4F09-89DD-753650A620F7}"/>
          </ac:spMkLst>
        </pc:spChg>
        <pc:spChg chg="add mod">
          <ac:chgData name="Roth Michael" userId="7e87037c-c18e-431e-8be4-0058b3a0bd26" providerId="ADAL" clId="{38636705-6887-4998-A425-8F90B230AB08}" dt="2026-04-15T14:42:11.350" v="872"/>
          <ac:spMkLst>
            <pc:docMk/>
            <pc:sldMk cId="1135188955" sldId="284"/>
            <ac:spMk id="3" creationId="{4BF72FFD-ABAB-4B93-B1CF-2057FE82E670}"/>
          </ac:spMkLst>
        </pc:spChg>
        <pc:spChg chg="add mod">
          <ac:chgData name="Roth Michael" userId="7e87037c-c18e-431e-8be4-0058b3a0bd26" providerId="ADAL" clId="{38636705-6887-4998-A425-8F90B230AB08}" dt="2026-04-20T17:09:45.757" v="2833" actId="20577"/>
          <ac:spMkLst>
            <pc:docMk/>
            <pc:sldMk cId="1135188955" sldId="284"/>
            <ac:spMk id="4" creationId="{C04D55DD-E4EC-4A41-A195-08B9331E02ED}"/>
          </ac:spMkLst>
        </pc:spChg>
        <pc:spChg chg="add mod">
          <ac:chgData name="Roth Michael" userId="7e87037c-c18e-431e-8be4-0058b3a0bd26" providerId="ADAL" clId="{38636705-6887-4998-A425-8F90B230AB08}" dt="2026-04-15T15:38:40.217" v="1264" actId="1076"/>
          <ac:spMkLst>
            <pc:docMk/>
            <pc:sldMk cId="1135188955" sldId="284"/>
            <ac:spMk id="5" creationId="{25481C0C-8363-4132-A19A-377210239FAA}"/>
          </ac:spMkLst>
        </pc:spChg>
        <pc:spChg chg="add mod">
          <ac:chgData name="Roth Michael" userId="7e87037c-c18e-431e-8be4-0058b3a0bd26" providerId="ADAL" clId="{38636705-6887-4998-A425-8F90B230AB08}" dt="2026-04-15T15:40:31.587" v="1366" actId="1036"/>
          <ac:spMkLst>
            <pc:docMk/>
            <pc:sldMk cId="1135188955" sldId="284"/>
            <ac:spMk id="6" creationId="{36C22D7D-5D23-4A52-BB90-1D311E1878F3}"/>
          </ac:spMkLst>
        </pc:spChg>
        <pc:spChg chg="add mod">
          <ac:chgData name="Roth Michael" userId="7e87037c-c18e-431e-8be4-0058b3a0bd26" providerId="ADAL" clId="{38636705-6887-4998-A425-8F90B230AB08}" dt="2026-04-20T08:26:57.167" v="1828" actId="1037"/>
          <ac:spMkLst>
            <pc:docMk/>
            <pc:sldMk cId="1135188955" sldId="284"/>
            <ac:spMk id="7" creationId="{FAC82A4E-0616-4234-9245-AB3317680BAA}"/>
          </ac:spMkLst>
        </pc:spChg>
        <pc:spChg chg="add mod">
          <ac:chgData name="Roth Michael" userId="7e87037c-c18e-431e-8be4-0058b3a0bd26" providerId="ADAL" clId="{38636705-6887-4998-A425-8F90B230AB08}" dt="2026-04-15T15:40:31.587" v="1366" actId="1036"/>
          <ac:spMkLst>
            <pc:docMk/>
            <pc:sldMk cId="1135188955" sldId="284"/>
            <ac:spMk id="8" creationId="{FED25998-242C-4E37-BC3A-2FD617ADADD6}"/>
          </ac:spMkLst>
        </pc:spChg>
        <pc:spChg chg="add mod">
          <ac:chgData name="Roth Michael" userId="7e87037c-c18e-431e-8be4-0058b3a0bd26" providerId="ADAL" clId="{38636705-6887-4998-A425-8F90B230AB08}" dt="2026-04-15T15:40:31.587" v="1366" actId="1036"/>
          <ac:spMkLst>
            <pc:docMk/>
            <pc:sldMk cId="1135188955" sldId="284"/>
            <ac:spMk id="9" creationId="{8847C5B3-66F1-498C-9687-783326061825}"/>
          </ac:spMkLst>
        </pc:spChg>
        <pc:spChg chg="add mod">
          <ac:chgData name="Roth Michael" userId="7e87037c-c18e-431e-8be4-0058b3a0bd26" providerId="ADAL" clId="{38636705-6887-4998-A425-8F90B230AB08}" dt="2026-04-15T15:40:31.587" v="1366" actId="1036"/>
          <ac:spMkLst>
            <pc:docMk/>
            <pc:sldMk cId="1135188955" sldId="284"/>
            <ac:spMk id="10" creationId="{392A208C-1FBA-41C6-87C6-44608EBEB36A}"/>
          </ac:spMkLst>
        </pc:spChg>
        <pc:spChg chg="add mod">
          <ac:chgData name="Roth Michael" userId="7e87037c-c18e-431e-8be4-0058b3a0bd26" providerId="ADAL" clId="{38636705-6887-4998-A425-8F90B230AB08}" dt="2026-04-20T08:26:53.425" v="1826" actId="207"/>
          <ac:spMkLst>
            <pc:docMk/>
            <pc:sldMk cId="1135188955" sldId="284"/>
            <ac:spMk id="11" creationId="{AD63C29B-65FA-43D1-B2FA-E28B09F9A8F7}"/>
          </ac:spMkLst>
        </pc:spChg>
        <pc:spChg chg="add mod ord">
          <ac:chgData name="Roth Michael" userId="7e87037c-c18e-431e-8be4-0058b3a0bd26" providerId="ADAL" clId="{38636705-6887-4998-A425-8F90B230AB08}" dt="2026-04-20T08:26:57.167" v="1828" actId="1037"/>
          <ac:spMkLst>
            <pc:docMk/>
            <pc:sldMk cId="1135188955" sldId="284"/>
            <ac:spMk id="12" creationId="{709E53CE-B0A4-4DCC-899C-0E1151128227}"/>
          </ac:spMkLst>
        </pc:spChg>
        <pc:spChg chg="add mod">
          <ac:chgData name="Roth Michael" userId="7e87037c-c18e-431e-8be4-0058b3a0bd26" providerId="ADAL" clId="{38636705-6887-4998-A425-8F90B230AB08}" dt="2026-04-15T15:40:31.587" v="1366" actId="1036"/>
          <ac:spMkLst>
            <pc:docMk/>
            <pc:sldMk cId="1135188955" sldId="284"/>
            <ac:spMk id="13" creationId="{95FFF32C-6A79-4D4D-BD2E-067929EFD0EB}"/>
          </ac:spMkLst>
        </pc:spChg>
        <pc:spChg chg="add mod">
          <ac:chgData name="Roth Michael" userId="7e87037c-c18e-431e-8be4-0058b3a0bd26" providerId="ADAL" clId="{38636705-6887-4998-A425-8F90B230AB08}" dt="2026-04-15T15:40:31.587" v="1366" actId="1036"/>
          <ac:spMkLst>
            <pc:docMk/>
            <pc:sldMk cId="1135188955" sldId="284"/>
            <ac:spMk id="14" creationId="{A2D73AEE-7823-42C9-8DA1-E6277C419CA9}"/>
          </ac:spMkLst>
        </pc:spChg>
        <pc:spChg chg="add mod">
          <ac:chgData name="Roth Michael" userId="7e87037c-c18e-431e-8be4-0058b3a0bd26" providerId="ADAL" clId="{38636705-6887-4998-A425-8F90B230AB08}" dt="2026-04-15T15:40:31.587" v="1366" actId="1036"/>
          <ac:spMkLst>
            <pc:docMk/>
            <pc:sldMk cId="1135188955" sldId="284"/>
            <ac:spMk id="15" creationId="{C3182346-6847-446F-967A-0776EF6FB1DC}"/>
          </ac:spMkLst>
        </pc:spChg>
        <pc:spChg chg="add mod">
          <ac:chgData name="Roth Michael" userId="7e87037c-c18e-431e-8be4-0058b3a0bd26" providerId="ADAL" clId="{38636705-6887-4998-A425-8F90B230AB08}" dt="2026-04-15T15:40:31.587" v="1366" actId="1036"/>
          <ac:spMkLst>
            <pc:docMk/>
            <pc:sldMk cId="1135188955" sldId="284"/>
            <ac:spMk id="16" creationId="{8C6C710D-8E5E-4450-A0FD-3C4B8E075D9A}"/>
          </ac:spMkLst>
        </pc:spChg>
        <pc:spChg chg="add mod">
          <ac:chgData name="Roth Michael" userId="7e87037c-c18e-431e-8be4-0058b3a0bd26" providerId="ADAL" clId="{38636705-6887-4998-A425-8F90B230AB08}" dt="2026-04-20T08:26:57.167" v="1828" actId="1037"/>
          <ac:spMkLst>
            <pc:docMk/>
            <pc:sldMk cId="1135188955" sldId="284"/>
            <ac:spMk id="17" creationId="{B6C8FFC6-A1F9-47D7-9988-E42CC4E1D291}"/>
          </ac:spMkLst>
        </pc:spChg>
        <pc:spChg chg="add mod">
          <ac:chgData name="Roth Michael" userId="7e87037c-c18e-431e-8be4-0058b3a0bd26" providerId="ADAL" clId="{38636705-6887-4998-A425-8F90B230AB08}" dt="2026-04-15T15:40:31.587" v="1366" actId="1036"/>
          <ac:spMkLst>
            <pc:docMk/>
            <pc:sldMk cId="1135188955" sldId="284"/>
            <ac:spMk id="18" creationId="{70AD2AC1-93EE-4288-9BC8-8576C4D50B3A}"/>
          </ac:spMkLst>
        </pc:spChg>
        <pc:spChg chg="add mod">
          <ac:chgData name="Roth Michael" userId="7e87037c-c18e-431e-8be4-0058b3a0bd26" providerId="ADAL" clId="{38636705-6887-4998-A425-8F90B230AB08}" dt="2026-04-15T15:40:31.587" v="1366" actId="1036"/>
          <ac:spMkLst>
            <pc:docMk/>
            <pc:sldMk cId="1135188955" sldId="284"/>
            <ac:spMk id="19" creationId="{B31BBA17-2E61-45DD-AF00-AA520DDD6B9A}"/>
          </ac:spMkLst>
        </pc:spChg>
        <pc:spChg chg="add mod">
          <ac:chgData name="Roth Michael" userId="7e87037c-c18e-431e-8be4-0058b3a0bd26" providerId="ADAL" clId="{38636705-6887-4998-A425-8F90B230AB08}" dt="2026-04-15T15:40:31.587" v="1366" actId="1036"/>
          <ac:spMkLst>
            <pc:docMk/>
            <pc:sldMk cId="1135188955" sldId="284"/>
            <ac:spMk id="20" creationId="{3D5398A0-7D05-4427-BC3E-8C62FDB29675}"/>
          </ac:spMkLst>
        </pc:spChg>
        <pc:spChg chg="add mod">
          <ac:chgData name="Roth Michael" userId="7e87037c-c18e-431e-8be4-0058b3a0bd26" providerId="ADAL" clId="{38636705-6887-4998-A425-8F90B230AB08}" dt="2026-04-17T09:07:59.958" v="1452" actId="207"/>
          <ac:spMkLst>
            <pc:docMk/>
            <pc:sldMk cId="1135188955" sldId="284"/>
            <ac:spMk id="21" creationId="{A4FE2E98-0F1A-48F4-A8AE-E7B341F0DED0}"/>
          </ac:spMkLst>
        </pc:spChg>
        <pc:spChg chg="add mod">
          <ac:chgData name="Roth Michael" userId="7e87037c-c18e-431e-8be4-0058b3a0bd26" providerId="ADAL" clId="{38636705-6887-4998-A425-8F90B230AB08}" dt="2026-04-20T08:26:57.167" v="1828" actId="1037"/>
          <ac:spMkLst>
            <pc:docMk/>
            <pc:sldMk cId="1135188955" sldId="284"/>
            <ac:spMk id="22" creationId="{16DEAC8D-676E-4BC9-8D47-8091B69B4929}"/>
          </ac:spMkLst>
        </pc:spChg>
        <pc:spChg chg="add mod">
          <ac:chgData name="Roth Michael" userId="7e87037c-c18e-431e-8be4-0058b3a0bd26" providerId="ADAL" clId="{38636705-6887-4998-A425-8F90B230AB08}" dt="2026-04-15T15:40:31.587" v="1366" actId="1036"/>
          <ac:spMkLst>
            <pc:docMk/>
            <pc:sldMk cId="1135188955" sldId="284"/>
            <ac:spMk id="23" creationId="{7DD32820-D7E4-4B96-9820-1A2DF8C4F980}"/>
          </ac:spMkLst>
        </pc:spChg>
        <pc:spChg chg="add mod">
          <ac:chgData name="Roth Michael" userId="7e87037c-c18e-431e-8be4-0058b3a0bd26" providerId="ADAL" clId="{38636705-6887-4998-A425-8F90B230AB08}" dt="2026-04-15T15:40:31.587" v="1366" actId="1036"/>
          <ac:spMkLst>
            <pc:docMk/>
            <pc:sldMk cId="1135188955" sldId="284"/>
            <ac:spMk id="24" creationId="{F080F8DA-BFB6-4635-B260-1B5DB6C7CCB3}"/>
          </ac:spMkLst>
        </pc:spChg>
        <pc:spChg chg="add del mod">
          <ac:chgData name="Roth Michael" userId="7e87037c-c18e-431e-8be4-0058b3a0bd26" providerId="ADAL" clId="{38636705-6887-4998-A425-8F90B230AB08}" dt="2026-04-15T15:36:27.123" v="1236" actId="478"/>
          <ac:spMkLst>
            <pc:docMk/>
            <pc:sldMk cId="1135188955" sldId="284"/>
            <ac:spMk id="25" creationId="{13DB1D4C-42A1-4B7C-8642-497C2B8B7466}"/>
          </ac:spMkLst>
        </pc:spChg>
        <pc:spChg chg="add mod">
          <ac:chgData name="Roth Michael" userId="7e87037c-c18e-431e-8be4-0058b3a0bd26" providerId="ADAL" clId="{38636705-6887-4998-A425-8F90B230AB08}" dt="2026-04-17T09:07:56.831" v="1451" actId="207"/>
          <ac:spMkLst>
            <pc:docMk/>
            <pc:sldMk cId="1135188955" sldId="284"/>
            <ac:spMk id="26" creationId="{27ADAA41-F591-4461-9F3A-5BDA3581C2FA}"/>
          </ac:spMkLst>
        </pc:spChg>
        <pc:spChg chg="add del mod">
          <ac:chgData name="Roth Michael" userId="7e87037c-c18e-431e-8be4-0058b3a0bd26" providerId="ADAL" clId="{38636705-6887-4998-A425-8F90B230AB08}" dt="2026-04-15T15:40:05.352" v="1313" actId="478"/>
          <ac:spMkLst>
            <pc:docMk/>
            <pc:sldMk cId="1135188955" sldId="284"/>
            <ac:spMk id="27" creationId="{AE844538-64ED-4BB0-B3BA-28493F9E8C30}"/>
          </ac:spMkLst>
        </pc:spChg>
        <pc:spChg chg="add del mod">
          <ac:chgData name="Roth Michael" userId="7e87037c-c18e-431e-8be4-0058b3a0bd26" providerId="ADAL" clId="{38636705-6887-4998-A425-8F90B230AB08}" dt="2026-04-15T15:40:08.758" v="1314" actId="478"/>
          <ac:spMkLst>
            <pc:docMk/>
            <pc:sldMk cId="1135188955" sldId="284"/>
            <ac:spMk id="28" creationId="{98262516-2B10-4EC3-B1C5-9DE4F4EA5EEE}"/>
          </ac:spMkLst>
        </pc:spChg>
        <pc:spChg chg="add mod ord">
          <ac:chgData name="Roth Michael" userId="7e87037c-c18e-431e-8be4-0058b3a0bd26" providerId="ADAL" clId="{38636705-6887-4998-A425-8F90B230AB08}" dt="2026-04-15T15:40:25.908" v="1361" actId="1036"/>
          <ac:spMkLst>
            <pc:docMk/>
            <pc:sldMk cId="1135188955" sldId="284"/>
            <ac:spMk id="29" creationId="{B99826A3-0150-46B0-B95A-09D32E1BB48A}"/>
          </ac:spMkLst>
        </pc:spChg>
        <pc:spChg chg="add mod ord">
          <ac:chgData name="Roth Michael" userId="7e87037c-c18e-431e-8be4-0058b3a0bd26" providerId="ADAL" clId="{38636705-6887-4998-A425-8F90B230AB08}" dt="2026-04-15T15:40:25.908" v="1361" actId="1036"/>
          <ac:spMkLst>
            <pc:docMk/>
            <pc:sldMk cId="1135188955" sldId="284"/>
            <ac:spMk id="30" creationId="{5507E6F5-E1AE-498E-B692-17F6389CDBCC}"/>
          </ac:spMkLst>
        </pc:spChg>
      </pc:sldChg>
      <pc:sldChg chg="add del">
        <pc:chgData name="Roth Michael" userId="7e87037c-c18e-431e-8be4-0058b3a0bd26" providerId="ADAL" clId="{38636705-6887-4998-A425-8F90B230AB08}" dt="2026-04-15T15:27:54.964" v="1192"/>
        <pc:sldMkLst>
          <pc:docMk/>
          <pc:sldMk cId="1715081303" sldId="285"/>
        </pc:sldMkLst>
      </pc:sldChg>
      <pc:sldChg chg="addSp delSp modSp new mod modTransition">
        <pc:chgData name="Roth Michael" userId="7e87037c-c18e-431e-8be4-0058b3a0bd26" providerId="ADAL" clId="{38636705-6887-4998-A425-8F90B230AB08}" dt="2026-04-20T15:51:51.783" v="2664" actId="1076"/>
        <pc:sldMkLst>
          <pc:docMk/>
          <pc:sldMk cId="3531910993" sldId="285"/>
        </pc:sldMkLst>
        <pc:spChg chg="add mod">
          <ac:chgData name="Roth Michael" userId="7e87037c-c18e-431e-8be4-0058b3a0bd26" providerId="ADAL" clId="{38636705-6887-4998-A425-8F90B230AB08}" dt="2026-04-17T09:05:37.109" v="1441" actId="179"/>
          <ac:spMkLst>
            <pc:docMk/>
            <pc:sldMk cId="3531910993" sldId="285"/>
            <ac:spMk id="3" creationId="{5EAF116B-D095-44B5-AF4E-3C901F5D08A2}"/>
          </ac:spMkLst>
        </pc:spChg>
        <pc:spChg chg="add mod">
          <ac:chgData name="Roth Michael" userId="7e87037c-c18e-431e-8be4-0058b3a0bd26" providerId="ADAL" clId="{38636705-6887-4998-A425-8F90B230AB08}" dt="2026-04-20T15:51:51.783" v="2664" actId="1076"/>
          <ac:spMkLst>
            <pc:docMk/>
            <pc:sldMk cId="3531910993" sldId="285"/>
            <ac:spMk id="4" creationId="{37362266-552A-4C18-B544-6963DFD0E688}"/>
          </ac:spMkLst>
        </pc:spChg>
        <pc:grpChg chg="add mod ord">
          <ac:chgData name="Roth Michael" userId="7e87037c-c18e-431e-8be4-0058b3a0bd26" providerId="ADAL" clId="{38636705-6887-4998-A425-8F90B230AB08}" dt="2026-04-20T07:58:22.672" v="1548" actId="167"/>
          <ac:grpSpMkLst>
            <pc:docMk/>
            <pc:sldMk cId="3531910993" sldId="285"/>
            <ac:grpSpMk id="6" creationId="{9A4AFD19-685E-42FA-B214-E364530D0E86}"/>
          </ac:grpSpMkLst>
        </pc:grpChg>
        <pc:picChg chg="add mod">
          <ac:chgData name="Roth Michael" userId="7e87037c-c18e-431e-8be4-0058b3a0bd26" providerId="ADAL" clId="{38636705-6887-4998-A425-8F90B230AB08}" dt="2026-04-20T07:58:19.970" v="1547" actId="164"/>
          <ac:picMkLst>
            <pc:docMk/>
            <pc:sldMk cId="3531910993" sldId="285"/>
            <ac:picMk id="2" creationId="{27FD4405-3C98-410A-BFC9-E8A9B184C5CA}"/>
          </ac:picMkLst>
        </pc:picChg>
        <pc:picChg chg="add mod">
          <ac:chgData name="Roth Michael" userId="7e87037c-c18e-431e-8be4-0058b3a0bd26" providerId="ADAL" clId="{38636705-6887-4998-A425-8F90B230AB08}" dt="2026-04-20T07:58:19.970" v="1547" actId="164"/>
          <ac:picMkLst>
            <pc:docMk/>
            <pc:sldMk cId="3531910993" sldId="285"/>
            <ac:picMk id="5" creationId="{C658055D-6241-475F-A8EB-84DA0D285DBD}"/>
          </ac:picMkLst>
        </pc:picChg>
        <pc:picChg chg="add del mod">
          <ac:chgData name="Roth Michael" userId="7e87037c-c18e-431e-8be4-0058b3a0bd26" providerId="ADAL" clId="{38636705-6887-4998-A425-8F90B230AB08}" dt="2026-04-20T11:48:59.010" v="2228" actId="21"/>
          <ac:picMkLst>
            <pc:docMk/>
            <pc:sldMk cId="3531910993" sldId="285"/>
            <ac:picMk id="7" creationId="{DF837FDF-80C4-4CBF-88CC-EFBDCC69C7B3}"/>
          </ac:picMkLst>
        </pc:picChg>
      </pc:sldChg>
      <pc:sldChg chg="addSp delSp modSp add del mod modTransition">
        <pc:chgData name="Roth Michael" userId="7e87037c-c18e-431e-8be4-0058b3a0bd26" providerId="ADAL" clId="{38636705-6887-4998-A425-8F90B230AB08}" dt="2026-04-20T14:59:41.796" v="2384" actId="47"/>
        <pc:sldMkLst>
          <pc:docMk/>
          <pc:sldMk cId="2239151546" sldId="286"/>
        </pc:sldMkLst>
        <pc:picChg chg="add mod ord">
          <ac:chgData name="Roth Michael" userId="7e87037c-c18e-431e-8be4-0058b3a0bd26" providerId="ADAL" clId="{38636705-6887-4998-A425-8F90B230AB08}" dt="2026-04-20T14:53:39.764" v="2310" actId="1076"/>
          <ac:picMkLst>
            <pc:docMk/>
            <pc:sldMk cId="2239151546" sldId="286"/>
            <ac:picMk id="3" creationId="{C8918F51-D772-478A-9BE0-14D422F46A1A}"/>
          </ac:picMkLst>
        </pc:picChg>
        <pc:picChg chg="add del mod">
          <ac:chgData name="Roth Michael" userId="7e87037c-c18e-431e-8be4-0058b3a0bd26" providerId="ADAL" clId="{38636705-6887-4998-A425-8F90B230AB08}" dt="2026-04-20T14:53:40.528" v="2311" actId="478"/>
          <ac:picMkLst>
            <pc:docMk/>
            <pc:sldMk cId="2239151546" sldId="286"/>
            <ac:picMk id="5" creationId="{C0E1AE2D-2E38-4854-852A-BCADA4DB2B50}"/>
          </ac:picMkLst>
        </pc:picChg>
        <pc:picChg chg="del">
          <ac:chgData name="Roth Michael" userId="7e87037c-c18e-431e-8be4-0058b3a0bd26" providerId="ADAL" clId="{38636705-6887-4998-A425-8F90B230AB08}" dt="2026-04-20T07:54:24.924" v="1522" actId="478"/>
          <ac:picMkLst>
            <pc:docMk/>
            <pc:sldMk cId="2239151546" sldId="286"/>
            <ac:picMk id="7" creationId="{288F6F6F-6D94-483C-8F47-DEB7A21533C9}"/>
          </ac:picMkLst>
        </pc:picChg>
        <pc:picChg chg="add del mod">
          <ac:chgData name="Roth Michael" userId="7e87037c-c18e-431e-8be4-0058b3a0bd26" providerId="ADAL" clId="{38636705-6887-4998-A425-8F90B230AB08}" dt="2026-04-20T14:53:41.643" v="2312" actId="478"/>
          <ac:picMkLst>
            <pc:docMk/>
            <pc:sldMk cId="2239151546" sldId="286"/>
            <ac:picMk id="7" creationId="{2EAB02A9-8F50-472D-A95D-BEFD4E9BF569}"/>
          </ac:picMkLst>
        </pc:picChg>
        <pc:picChg chg="del">
          <ac:chgData name="Roth Michael" userId="7e87037c-c18e-431e-8be4-0058b3a0bd26" providerId="ADAL" clId="{38636705-6887-4998-A425-8F90B230AB08}" dt="2026-04-20T07:54:22.007" v="1520" actId="478"/>
          <ac:picMkLst>
            <pc:docMk/>
            <pc:sldMk cId="2239151546" sldId="286"/>
            <ac:picMk id="9" creationId="{4C9A88F1-7B52-4134-B9B1-AA54E1A9F935}"/>
          </ac:picMkLst>
        </pc:picChg>
        <pc:picChg chg="add del mod">
          <ac:chgData name="Roth Michael" userId="7e87037c-c18e-431e-8be4-0058b3a0bd26" providerId="ADAL" clId="{38636705-6887-4998-A425-8F90B230AB08}" dt="2026-04-20T14:53:42.408" v="2313" actId="478"/>
          <ac:picMkLst>
            <pc:docMk/>
            <pc:sldMk cId="2239151546" sldId="286"/>
            <ac:picMk id="9" creationId="{CE0A9F63-BA61-41FF-B640-1779A10AC6F5}"/>
          </ac:picMkLst>
        </pc:picChg>
        <pc:picChg chg="add del mod ord">
          <ac:chgData name="Roth Michael" userId="7e87037c-c18e-431e-8be4-0058b3a0bd26" providerId="ADAL" clId="{38636705-6887-4998-A425-8F90B230AB08}" dt="2026-04-20T14:53:39.121" v="2309" actId="478"/>
          <ac:picMkLst>
            <pc:docMk/>
            <pc:sldMk cId="2239151546" sldId="286"/>
            <ac:picMk id="11" creationId="{CBD1D279-42A4-47E8-950B-9A710090E7B0}"/>
          </ac:picMkLst>
        </pc:picChg>
        <pc:picChg chg="add del mod">
          <ac:chgData name="Roth Michael" userId="7e87037c-c18e-431e-8be4-0058b3a0bd26" providerId="ADAL" clId="{38636705-6887-4998-A425-8F90B230AB08}" dt="2026-04-20T14:53:43.535" v="2314" actId="478"/>
          <ac:picMkLst>
            <pc:docMk/>
            <pc:sldMk cId="2239151546" sldId="286"/>
            <ac:picMk id="12" creationId="{825A5E55-03F3-41B0-A39D-7F0A5901D5EB}"/>
          </ac:picMkLst>
        </pc:picChg>
        <pc:picChg chg="del">
          <ac:chgData name="Roth Michael" userId="7e87037c-c18e-431e-8be4-0058b3a0bd26" providerId="ADAL" clId="{38636705-6887-4998-A425-8F90B230AB08}" dt="2026-04-20T07:54:15.492" v="1518" actId="478"/>
          <ac:picMkLst>
            <pc:docMk/>
            <pc:sldMk cId="2239151546" sldId="286"/>
            <ac:picMk id="14" creationId="{54E860C1-A183-49F0-A4B8-77D4D299CA54}"/>
          </ac:picMkLst>
        </pc:picChg>
        <pc:picChg chg="del">
          <ac:chgData name="Roth Michael" userId="7e87037c-c18e-431e-8be4-0058b3a0bd26" providerId="ADAL" clId="{38636705-6887-4998-A425-8F90B230AB08}" dt="2026-04-20T07:54:14.295" v="1517" actId="478"/>
          <ac:picMkLst>
            <pc:docMk/>
            <pc:sldMk cId="2239151546" sldId="286"/>
            <ac:picMk id="20" creationId="{BA8C3B76-4629-4933-8F96-A853DEDED157}"/>
          </ac:picMkLst>
        </pc:picChg>
        <pc:picChg chg="del">
          <ac:chgData name="Roth Michael" userId="7e87037c-c18e-431e-8be4-0058b3a0bd26" providerId="ADAL" clId="{38636705-6887-4998-A425-8F90B230AB08}" dt="2026-04-20T07:54:13.347" v="1516" actId="478"/>
          <ac:picMkLst>
            <pc:docMk/>
            <pc:sldMk cId="2239151546" sldId="286"/>
            <ac:picMk id="22" creationId="{2D249FA9-F6D2-47C0-8047-A6835E15F9AE}"/>
          </ac:picMkLst>
        </pc:picChg>
      </pc:sldChg>
      <pc:sldChg chg="addSp delSp modSp add mod ord modTransition">
        <pc:chgData name="Roth Michael" userId="7e87037c-c18e-431e-8be4-0058b3a0bd26" providerId="ADAL" clId="{38636705-6887-4998-A425-8F90B230AB08}" dt="2026-04-21T11:38:44.176" v="3009" actId="2"/>
        <pc:sldMkLst>
          <pc:docMk/>
          <pc:sldMk cId="886429002" sldId="287"/>
        </pc:sldMkLst>
        <pc:spChg chg="add del">
          <ac:chgData name="Roth Michael" userId="7e87037c-c18e-431e-8be4-0058b3a0bd26" providerId="ADAL" clId="{38636705-6887-4998-A425-8F90B230AB08}" dt="2026-04-20T15:38:37.905" v="2419"/>
          <ac:spMkLst>
            <pc:docMk/>
            <pc:sldMk cId="886429002" sldId="287"/>
            <ac:spMk id="2" creationId="{E4F8A8CA-3223-4A38-A50D-82D4DCB83DFE}"/>
          </ac:spMkLst>
        </pc:spChg>
        <pc:spChg chg="add del">
          <ac:chgData name="Roth Michael" userId="7e87037c-c18e-431e-8be4-0058b3a0bd26" providerId="ADAL" clId="{38636705-6887-4998-A425-8F90B230AB08}" dt="2026-04-20T15:38:37.905" v="2419"/>
          <ac:spMkLst>
            <pc:docMk/>
            <pc:sldMk cId="886429002" sldId="287"/>
            <ac:spMk id="3" creationId="{CC43045E-3617-4B01-8D52-4B2691933D21}"/>
          </ac:spMkLst>
        </pc:spChg>
        <pc:spChg chg="add del">
          <ac:chgData name="Roth Michael" userId="7e87037c-c18e-431e-8be4-0058b3a0bd26" providerId="ADAL" clId="{38636705-6887-4998-A425-8F90B230AB08}" dt="2026-04-20T15:38:37.905" v="2419"/>
          <ac:spMkLst>
            <pc:docMk/>
            <pc:sldMk cId="886429002" sldId="287"/>
            <ac:spMk id="4" creationId="{5FAD7477-FF87-420E-BBE0-C5600AE892F6}"/>
          </ac:spMkLst>
        </pc:spChg>
        <pc:spChg chg="add del">
          <ac:chgData name="Roth Michael" userId="7e87037c-c18e-431e-8be4-0058b3a0bd26" providerId="ADAL" clId="{38636705-6887-4998-A425-8F90B230AB08}" dt="2026-04-20T15:38:37.905" v="2419"/>
          <ac:spMkLst>
            <pc:docMk/>
            <pc:sldMk cId="886429002" sldId="287"/>
            <ac:spMk id="5" creationId="{E5AE8956-A6CF-499C-BBFC-BBE17D48368A}"/>
          </ac:spMkLst>
        </pc:spChg>
        <pc:spChg chg="add del">
          <ac:chgData name="Roth Michael" userId="7e87037c-c18e-431e-8be4-0058b3a0bd26" providerId="ADAL" clId="{38636705-6887-4998-A425-8F90B230AB08}" dt="2026-04-20T15:38:37.905" v="2419"/>
          <ac:spMkLst>
            <pc:docMk/>
            <pc:sldMk cId="886429002" sldId="287"/>
            <ac:spMk id="6" creationId="{B117EDC2-743C-4ED9-BD7E-C09A53E66414}"/>
          </ac:spMkLst>
        </pc:spChg>
        <pc:spChg chg="add del">
          <ac:chgData name="Roth Michael" userId="7e87037c-c18e-431e-8be4-0058b3a0bd26" providerId="ADAL" clId="{38636705-6887-4998-A425-8F90B230AB08}" dt="2026-04-20T15:38:37.905" v="2419"/>
          <ac:spMkLst>
            <pc:docMk/>
            <pc:sldMk cId="886429002" sldId="287"/>
            <ac:spMk id="9" creationId="{1A16B63E-DD08-4A1D-A661-0997B62ABD6E}"/>
          </ac:spMkLst>
        </pc:spChg>
        <pc:spChg chg="add del">
          <ac:chgData name="Roth Michael" userId="7e87037c-c18e-431e-8be4-0058b3a0bd26" providerId="ADAL" clId="{38636705-6887-4998-A425-8F90B230AB08}" dt="2026-04-20T15:38:37.905" v="2419"/>
          <ac:spMkLst>
            <pc:docMk/>
            <pc:sldMk cId="886429002" sldId="287"/>
            <ac:spMk id="10" creationId="{DCDCA957-D6DA-4CCC-8440-D67D630B203C}"/>
          </ac:spMkLst>
        </pc:spChg>
        <pc:spChg chg="add del">
          <ac:chgData name="Roth Michael" userId="7e87037c-c18e-431e-8be4-0058b3a0bd26" providerId="ADAL" clId="{38636705-6887-4998-A425-8F90B230AB08}" dt="2026-04-20T15:38:37.905" v="2419"/>
          <ac:spMkLst>
            <pc:docMk/>
            <pc:sldMk cId="886429002" sldId="287"/>
            <ac:spMk id="11" creationId="{27ED58D9-8937-4398-BDAC-AF2D71FE3487}"/>
          </ac:spMkLst>
        </pc:spChg>
        <pc:spChg chg="add del">
          <ac:chgData name="Roth Michael" userId="7e87037c-c18e-431e-8be4-0058b3a0bd26" providerId="ADAL" clId="{38636705-6887-4998-A425-8F90B230AB08}" dt="2026-04-20T15:38:37.905" v="2419"/>
          <ac:spMkLst>
            <pc:docMk/>
            <pc:sldMk cId="886429002" sldId="287"/>
            <ac:spMk id="12" creationId="{F688B844-308E-4836-A5A0-F4661AC3F72B}"/>
          </ac:spMkLst>
        </pc:spChg>
        <pc:spChg chg="add del">
          <ac:chgData name="Roth Michael" userId="7e87037c-c18e-431e-8be4-0058b3a0bd26" providerId="ADAL" clId="{38636705-6887-4998-A425-8F90B230AB08}" dt="2026-04-20T15:41:15.295" v="2476"/>
          <ac:spMkLst>
            <pc:docMk/>
            <pc:sldMk cId="886429002" sldId="287"/>
            <ac:spMk id="15" creationId="{F0145977-3015-4BBD-A17D-3EE3CE2AD820}"/>
          </ac:spMkLst>
        </pc:spChg>
        <pc:spChg chg="mod">
          <ac:chgData name="Roth Michael" userId="7e87037c-c18e-431e-8be4-0058b3a0bd26" providerId="ADAL" clId="{38636705-6887-4998-A425-8F90B230AB08}" dt="2026-04-20T15:52:46.541" v="2704" actId="1037"/>
          <ac:spMkLst>
            <pc:docMk/>
            <pc:sldMk cId="886429002" sldId="287"/>
            <ac:spMk id="16" creationId="{6E720B30-997D-41C1-B003-7989F0FA16BF}"/>
          </ac:spMkLst>
        </pc:spChg>
        <pc:spChg chg="mod ord">
          <ac:chgData name="Roth Michael" userId="7e87037c-c18e-431e-8be4-0058b3a0bd26" providerId="ADAL" clId="{38636705-6887-4998-A425-8F90B230AB08}" dt="2026-04-20T17:05:57.625" v="2719" actId="166"/>
          <ac:spMkLst>
            <pc:docMk/>
            <pc:sldMk cId="886429002" sldId="287"/>
            <ac:spMk id="17" creationId="{F00E37A3-B794-4326-870F-6687E70807A3}"/>
          </ac:spMkLst>
        </pc:spChg>
        <pc:spChg chg="del mod">
          <ac:chgData name="Roth Michael" userId="7e87037c-c18e-431e-8be4-0058b3a0bd26" providerId="ADAL" clId="{38636705-6887-4998-A425-8F90B230AB08}" dt="2026-04-20T15:42:16.153" v="2480" actId="478"/>
          <ac:spMkLst>
            <pc:docMk/>
            <pc:sldMk cId="886429002" sldId="287"/>
            <ac:spMk id="18" creationId="{651C1515-FD58-4DF1-ADCA-46ACBE1C822A}"/>
          </ac:spMkLst>
        </pc:spChg>
        <pc:spChg chg="del">
          <ac:chgData name="Roth Michael" userId="7e87037c-c18e-431e-8be4-0058b3a0bd26" providerId="ADAL" clId="{38636705-6887-4998-A425-8F90B230AB08}" dt="2026-04-20T14:42:46.762" v="2282" actId="478"/>
          <ac:spMkLst>
            <pc:docMk/>
            <pc:sldMk cId="886429002" sldId="287"/>
            <ac:spMk id="19" creationId="{4066FB0C-542E-4EAE-BEF9-6C779054CEDD}"/>
          </ac:spMkLst>
        </pc:spChg>
        <pc:spChg chg="add del">
          <ac:chgData name="Roth Michael" userId="7e87037c-c18e-431e-8be4-0058b3a0bd26" providerId="ADAL" clId="{38636705-6887-4998-A425-8F90B230AB08}" dt="2026-04-20T15:41:15.295" v="2476"/>
          <ac:spMkLst>
            <pc:docMk/>
            <pc:sldMk cId="886429002" sldId="287"/>
            <ac:spMk id="20" creationId="{C513C249-E6B7-45EE-842E-6C0A14C92AF7}"/>
          </ac:spMkLst>
        </pc:spChg>
        <pc:spChg chg="add del">
          <ac:chgData name="Roth Michael" userId="7e87037c-c18e-431e-8be4-0058b3a0bd26" providerId="ADAL" clId="{38636705-6887-4998-A425-8F90B230AB08}" dt="2026-04-20T15:41:15.295" v="2476"/>
          <ac:spMkLst>
            <pc:docMk/>
            <pc:sldMk cId="886429002" sldId="287"/>
            <ac:spMk id="21" creationId="{3BB580BB-220D-426E-829A-D71C06FB7208}"/>
          </ac:spMkLst>
        </pc:spChg>
        <pc:spChg chg="add del">
          <ac:chgData name="Roth Michael" userId="7e87037c-c18e-431e-8be4-0058b3a0bd26" providerId="ADAL" clId="{38636705-6887-4998-A425-8F90B230AB08}" dt="2026-04-20T15:41:15.295" v="2476"/>
          <ac:spMkLst>
            <pc:docMk/>
            <pc:sldMk cId="886429002" sldId="287"/>
            <ac:spMk id="23" creationId="{C4C9E956-AEDF-4D13-9039-43383BFF3740}"/>
          </ac:spMkLst>
        </pc:spChg>
        <pc:spChg chg="add del">
          <ac:chgData name="Roth Michael" userId="7e87037c-c18e-431e-8be4-0058b3a0bd26" providerId="ADAL" clId="{38636705-6887-4998-A425-8F90B230AB08}" dt="2026-04-20T15:41:15.295" v="2476"/>
          <ac:spMkLst>
            <pc:docMk/>
            <pc:sldMk cId="886429002" sldId="287"/>
            <ac:spMk id="24" creationId="{59A75FC0-A6B3-4E81-A295-E1CC18005745}"/>
          </ac:spMkLst>
        </pc:spChg>
        <pc:spChg chg="add del">
          <ac:chgData name="Roth Michael" userId="7e87037c-c18e-431e-8be4-0058b3a0bd26" providerId="ADAL" clId="{38636705-6887-4998-A425-8F90B230AB08}" dt="2026-04-20T15:41:15.295" v="2476"/>
          <ac:spMkLst>
            <pc:docMk/>
            <pc:sldMk cId="886429002" sldId="287"/>
            <ac:spMk id="25" creationId="{6E49D6EB-2E30-463A-8C25-DDED40A41096}"/>
          </ac:spMkLst>
        </pc:spChg>
        <pc:spChg chg="add del">
          <ac:chgData name="Roth Michael" userId="7e87037c-c18e-431e-8be4-0058b3a0bd26" providerId="ADAL" clId="{38636705-6887-4998-A425-8F90B230AB08}" dt="2026-04-20T15:41:15.295" v="2476"/>
          <ac:spMkLst>
            <pc:docMk/>
            <pc:sldMk cId="886429002" sldId="287"/>
            <ac:spMk id="26" creationId="{E6F6D345-01E3-43B0-A253-8B7E78E59291}"/>
          </ac:spMkLst>
        </pc:spChg>
        <pc:spChg chg="add mod">
          <ac:chgData name="Roth Michael" userId="7e87037c-c18e-431e-8be4-0058b3a0bd26" providerId="ADAL" clId="{38636705-6887-4998-A425-8F90B230AB08}" dt="2026-04-21T11:38:44.176" v="3009" actId="2"/>
          <ac:spMkLst>
            <pc:docMk/>
            <pc:sldMk cId="886429002" sldId="287"/>
            <ac:spMk id="27" creationId="{0F9B9C35-3EBC-4DB3-B4DA-FBAB4BBF7B43}"/>
          </ac:spMkLst>
        </pc:spChg>
        <pc:spChg chg="add del">
          <ac:chgData name="Roth Michael" userId="7e87037c-c18e-431e-8be4-0058b3a0bd26" providerId="ADAL" clId="{38636705-6887-4998-A425-8F90B230AB08}" dt="2026-04-20T15:41:15.295" v="2476"/>
          <ac:spMkLst>
            <pc:docMk/>
            <pc:sldMk cId="886429002" sldId="287"/>
            <ac:spMk id="28" creationId="{3D1163BE-F4E3-40C9-9D4C-6C4787CADDCD}"/>
          </ac:spMkLst>
        </pc:spChg>
        <pc:spChg chg="add del">
          <ac:chgData name="Roth Michael" userId="7e87037c-c18e-431e-8be4-0058b3a0bd26" providerId="ADAL" clId="{38636705-6887-4998-A425-8F90B230AB08}" dt="2026-04-20T15:41:15.295" v="2476"/>
          <ac:spMkLst>
            <pc:docMk/>
            <pc:sldMk cId="886429002" sldId="287"/>
            <ac:spMk id="29" creationId="{1EE4C7ED-DCE2-436E-BB5F-B3FDE09350C6}"/>
          </ac:spMkLst>
        </pc:spChg>
        <pc:spChg chg="del">
          <ac:chgData name="Roth Michael" userId="7e87037c-c18e-431e-8be4-0058b3a0bd26" providerId="ADAL" clId="{38636705-6887-4998-A425-8F90B230AB08}" dt="2026-04-20T15:41:33.522" v="2477"/>
          <ac:spMkLst>
            <pc:docMk/>
            <pc:sldMk cId="886429002" sldId="287"/>
            <ac:spMk id="30" creationId="{10BAE645-5116-4335-9F94-57347B0B3061}"/>
          </ac:spMkLst>
        </pc:spChg>
        <pc:spChg chg="del">
          <ac:chgData name="Roth Michael" userId="7e87037c-c18e-431e-8be4-0058b3a0bd26" providerId="ADAL" clId="{38636705-6887-4998-A425-8F90B230AB08}" dt="2026-04-20T15:41:33.522" v="2477"/>
          <ac:spMkLst>
            <pc:docMk/>
            <pc:sldMk cId="886429002" sldId="287"/>
            <ac:spMk id="31" creationId="{B55F77DA-7E13-4C3C-96F0-D4D7AAA74B48}"/>
          </ac:spMkLst>
        </pc:spChg>
        <pc:spChg chg="del">
          <ac:chgData name="Roth Michael" userId="7e87037c-c18e-431e-8be4-0058b3a0bd26" providerId="ADAL" clId="{38636705-6887-4998-A425-8F90B230AB08}" dt="2026-04-20T15:41:33.522" v="2477"/>
          <ac:spMkLst>
            <pc:docMk/>
            <pc:sldMk cId="886429002" sldId="287"/>
            <ac:spMk id="32" creationId="{09084DB0-37E3-49F4-800C-37822D85E676}"/>
          </ac:spMkLst>
        </pc:spChg>
        <pc:spChg chg="del">
          <ac:chgData name="Roth Michael" userId="7e87037c-c18e-431e-8be4-0058b3a0bd26" providerId="ADAL" clId="{38636705-6887-4998-A425-8F90B230AB08}" dt="2026-04-20T15:41:33.522" v="2477"/>
          <ac:spMkLst>
            <pc:docMk/>
            <pc:sldMk cId="886429002" sldId="287"/>
            <ac:spMk id="33" creationId="{675BF9F6-AF1B-4448-9CC7-4D020EA38027}"/>
          </ac:spMkLst>
        </pc:spChg>
        <pc:spChg chg="del">
          <ac:chgData name="Roth Michael" userId="7e87037c-c18e-431e-8be4-0058b3a0bd26" providerId="ADAL" clId="{38636705-6887-4998-A425-8F90B230AB08}" dt="2026-04-20T15:41:33.522" v="2477"/>
          <ac:spMkLst>
            <pc:docMk/>
            <pc:sldMk cId="886429002" sldId="287"/>
            <ac:spMk id="34" creationId="{0B5D4403-5E91-4F18-9BDC-2BF6638642AE}"/>
          </ac:spMkLst>
        </pc:spChg>
        <pc:spChg chg="del">
          <ac:chgData name="Roth Michael" userId="7e87037c-c18e-431e-8be4-0058b3a0bd26" providerId="ADAL" clId="{38636705-6887-4998-A425-8F90B230AB08}" dt="2026-04-20T15:41:33.522" v="2477"/>
          <ac:spMkLst>
            <pc:docMk/>
            <pc:sldMk cId="886429002" sldId="287"/>
            <ac:spMk id="35" creationId="{E58B5029-FAB9-4A94-801B-B1F1A8CAD014}"/>
          </ac:spMkLst>
        </pc:spChg>
        <pc:spChg chg="del">
          <ac:chgData name="Roth Michael" userId="7e87037c-c18e-431e-8be4-0058b3a0bd26" providerId="ADAL" clId="{38636705-6887-4998-A425-8F90B230AB08}" dt="2026-04-20T15:41:33.522" v="2477"/>
          <ac:spMkLst>
            <pc:docMk/>
            <pc:sldMk cId="886429002" sldId="287"/>
            <ac:spMk id="36" creationId="{4B788E42-C730-44E9-9A93-E8D553DAA75B}"/>
          </ac:spMkLst>
        </pc:spChg>
        <pc:spChg chg="del">
          <ac:chgData name="Roth Michael" userId="7e87037c-c18e-431e-8be4-0058b3a0bd26" providerId="ADAL" clId="{38636705-6887-4998-A425-8F90B230AB08}" dt="2026-04-20T15:41:33.522" v="2477"/>
          <ac:spMkLst>
            <pc:docMk/>
            <pc:sldMk cId="886429002" sldId="287"/>
            <ac:spMk id="37" creationId="{429EFAE8-F762-4EB3-8BA9-41ABCEC27115}"/>
          </ac:spMkLst>
        </pc:spChg>
        <pc:spChg chg="del">
          <ac:chgData name="Roth Michael" userId="7e87037c-c18e-431e-8be4-0058b3a0bd26" providerId="ADAL" clId="{38636705-6887-4998-A425-8F90B230AB08}" dt="2026-04-20T15:41:33.522" v="2477"/>
          <ac:spMkLst>
            <pc:docMk/>
            <pc:sldMk cId="886429002" sldId="287"/>
            <ac:spMk id="38" creationId="{94EA4EC9-7710-429B-B9AE-8C805F959837}"/>
          </ac:spMkLst>
        </pc:spChg>
        <pc:spChg chg="add mod">
          <ac:chgData name="Roth Michael" userId="7e87037c-c18e-431e-8be4-0058b3a0bd26" providerId="ADAL" clId="{38636705-6887-4998-A425-8F90B230AB08}" dt="2026-04-20T15:52:46.541" v="2704" actId="1037"/>
          <ac:spMkLst>
            <pc:docMk/>
            <pc:sldMk cId="886429002" sldId="287"/>
            <ac:spMk id="72" creationId="{51BA319C-36E0-444C-B7B2-419BEBB15910}"/>
          </ac:spMkLst>
        </pc:spChg>
        <pc:spChg chg="add del mod ord">
          <ac:chgData name="Roth Michael" userId="7e87037c-c18e-431e-8be4-0058b3a0bd26" providerId="ADAL" clId="{38636705-6887-4998-A425-8F90B230AB08}" dt="2026-04-20T17:06:00.739" v="2720" actId="478"/>
          <ac:spMkLst>
            <pc:docMk/>
            <pc:sldMk cId="886429002" sldId="287"/>
            <ac:spMk id="73" creationId="{E8599512-B91E-4695-9A27-2AD389A921F7}"/>
          </ac:spMkLst>
        </pc:spChg>
        <pc:picChg chg="add mod">
          <ac:chgData name="Roth Michael" userId="7e87037c-c18e-431e-8be4-0058b3a0bd26" providerId="ADAL" clId="{38636705-6887-4998-A425-8F90B230AB08}" dt="2026-04-20T12:02:51.962" v="2276"/>
          <ac:picMkLst>
            <pc:docMk/>
            <pc:sldMk cId="886429002" sldId="287"/>
            <ac:picMk id="7" creationId="{1F6982EB-0EBC-4616-A113-36B2DD5816F6}"/>
          </ac:picMkLst>
        </pc:picChg>
        <pc:picChg chg="del">
          <ac:chgData name="Roth Michael" userId="7e87037c-c18e-431e-8be4-0058b3a0bd26" providerId="ADAL" clId="{38636705-6887-4998-A425-8F90B230AB08}" dt="2026-04-20T07:54:44.122" v="1531" actId="478"/>
          <ac:picMkLst>
            <pc:docMk/>
            <pc:sldMk cId="886429002" sldId="287"/>
            <ac:picMk id="7" creationId="{288F6F6F-6D94-483C-8F47-DEB7A21533C9}"/>
          </ac:picMkLst>
        </pc:picChg>
        <pc:picChg chg="add mod">
          <ac:chgData name="Roth Michael" userId="7e87037c-c18e-431e-8be4-0058b3a0bd26" providerId="ADAL" clId="{38636705-6887-4998-A425-8F90B230AB08}" dt="2026-04-20T12:02:59.079" v="2277" actId="1076"/>
          <ac:picMkLst>
            <pc:docMk/>
            <pc:sldMk cId="886429002" sldId="287"/>
            <ac:picMk id="8" creationId="{AB3346E6-A776-4D03-B3D2-A01B534CE0CF}"/>
          </ac:picMkLst>
        </pc:picChg>
        <pc:picChg chg="del">
          <ac:chgData name="Roth Michael" userId="7e87037c-c18e-431e-8be4-0058b3a0bd26" providerId="ADAL" clId="{38636705-6887-4998-A425-8F90B230AB08}" dt="2026-04-20T07:54:41.886" v="1529" actId="478"/>
          <ac:picMkLst>
            <pc:docMk/>
            <pc:sldMk cId="886429002" sldId="287"/>
            <ac:picMk id="9" creationId="{4C9A88F1-7B52-4134-B9B1-AA54E1A9F935}"/>
          </ac:picMkLst>
        </pc:picChg>
        <pc:picChg chg="del">
          <ac:chgData name="Roth Michael" userId="7e87037c-c18e-431e-8be4-0058b3a0bd26" providerId="ADAL" clId="{38636705-6887-4998-A425-8F90B230AB08}" dt="2026-04-20T07:54:40.912" v="1528" actId="478"/>
          <ac:picMkLst>
            <pc:docMk/>
            <pc:sldMk cId="886429002" sldId="287"/>
            <ac:picMk id="11" creationId="{CBD1D279-42A4-47E8-950B-9A710090E7B0}"/>
          </ac:picMkLst>
        </pc:picChg>
        <pc:picChg chg="del">
          <ac:chgData name="Roth Michael" userId="7e87037c-c18e-431e-8be4-0058b3a0bd26" providerId="ADAL" clId="{38636705-6887-4998-A425-8F90B230AB08}" dt="2026-04-20T07:54:40.153" v="1527" actId="478"/>
          <ac:picMkLst>
            <pc:docMk/>
            <pc:sldMk cId="886429002" sldId="287"/>
            <ac:picMk id="14" creationId="{54E860C1-A183-49F0-A4B8-77D4D299CA54}"/>
          </ac:picMkLst>
        </pc:picChg>
        <pc:picChg chg="add del mod">
          <ac:chgData name="Roth Michael" userId="7e87037c-c18e-431e-8be4-0058b3a0bd26" providerId="ADAL" clId="{38636705-6887-4998-A425-8F90B230AB08}" dt="2026-04-20T15:41:09.629" v="2474" actId="478"/>
          <ac:picMkLst>
            <pc:docMk/>
            <pc:sldMk cId="886429002" sldId="287"/>
            <ac:picMk id="14" creationId="{D73C8C06-A6DD-4582-BB73-32654DA9508B}"/>
          </ac:picMkLst>
        </pc:picChg>
        <pc:picChg chg="del">
          <ac:chgData name="Roth Michael" userId="7e87037c-c18e-431e-8be4-0058b3a0bd26" providerId="ADAL" clId="{38636705-6887-4998-A425-8F90B230AB08}" dt="2026-04-20T07:54:38.994" v="1526" actId="478"/>
          <ac:picMkLst>
            <pc:docMk/>
            <pc:sldMk cId="886429002" sldId="287"/>
            <ac:picMk id="20" creationId="{BA8C3B76-4629-4933-8F96-A853DEDED157}"/>
          </ac:picMkLst>
        </pc:picChg>
        <pc:picChg chg="add del mod ord">
          <ac:chgData name="Roth Michael" userId="7e87037c-c18e-431e-8be4-0058b3a0bd26" providerId="ADAL" clId="{38636705-6887-4998-A425-8F90B230AB08}" dt="2026-04-20T14:53:25.753" v="2302" actId="478"/>
          <ac:picMkLst>
            <pc:docMk/>
            <pc:sldMk cId="886429002" sldId="287"/>
            <ac:picMk id="22" creationId="{2D249FA9-F6D2-47C0-8047-A6835E15F9AE}"/>
          </ac:picMkLst>
        </pc:picChg>
        <pc:picChg chg="add del mod">
          <ac:chgData name="Roth Michael" userId="7e87037c-c18e-431e-8be4-0058b3a0bd26" providerId="ADAL" clId="{38636705-6887-4998-A425-8F90B230AB08}" dt="2026-04-20T15:43:23.738" v="2489" actId="478"/>
          <ac:picMkLst>
            <pc:docMk/>
            <pc:sldMk cId="886429002" sldId="287"/>
            <ac:picMk id="63" creationId="{D2CBCC82-BA77-4DFC-A3D6-40470BB473CE}"/>
          </ac:picMkLst>
        </pc:picChg>
        <pc:picChg chg="add del mod">
          <ac:chgData name="Roth Michael" userId="7e87037c-c18e-431e-8be4-0058b3a0bd26" providerId="ADAL" clId="{38636705-6887-4998-A425-8F90B230AB08}" dt="2026-04-20T15:45:42.582" v="2628" actId="478"/>
          <ac:picMkLst>
            <pc:docMk/>
            <pc:sldMk cId="886429002" sldId="287"/>
            <ac:picMk id="64" creationId="{4CDA244D-95BA-4014-B907-4CBDF480DC46}"/>
          </ac:picMkLst>
        </pc:picChg>
        <pc:picChg chg="add del mod">
          <ac:chgData name="Roth Michael" userId="7e87037c-c18e-431e-8be4-0058b3a0bd26" providerId="ADAL" clId="{38636705-6887-4998-A425-8F90B230AB08}" dt="2026-04-20T15:45:45.988" v="2629" actId="478"/>
          <ac:picMkLst>
            <pc:docMk/>
            <pc:sldMk cId="886429002" sldId="287"/>
            <ac:picMk id="65" creationId="{3E143536-C6D7-4F6F-BB21-76B8B7595A1C}"/>
          </ac:picMkLst>
        </pc:picChg>
        <pc:picChg chg="add mod">
          <ac:chgData name="Roth Michael" userId="7e87037c-c18e-431e-8be4-0058b3a0bd26" providerId="ADAL" clId="{38636705-6887-4998-A425-8F90B230AB08}" dt="2026-04-20T15:52:46.541" v="2704" actId="1037"/>
          <ac:picMkLst>
            <pc:docMk/>
            <pc:sldMk cId="886429002" sldId="287"/>
            <ac:picMk id="66" creationId="{D085A5C9-C4DE-4D10-A0DC-3EC1E86D893C}"/>
          </ac:picMkLst>
        </pc:picChg>
        <pc:picChg chg="add mod">
          <ac:chgData name="Roth Michael" userId="7e87037c-c18e-431e-8be4-0058b3a0bd26" providerId="ADAL" clId="{38636705-6887-4998-A425-8F90B230AB08}" dt="2026-04-20T15:52:46.541" v="2704" actId="1037"/>
          <ac:picMkLst>
            <pc:docMk/>
            <pc:sldMk cId="886429002" sldId="287"/>
            <ac:picMk id="67" creationId="{0D7A9D96-4D1F-4AC1-9EF7-DECC4EE37220}"/>
          </ac:picMkLst>
        </pc:picChg>
        <pc:picChg chg="add mod">
          <ac:chgData name="Roth Michael" userId="7e87037c-c18e-431e-8be4-0058b3a0bd26" providerId="ADAL" clId="{38636705-6887-4998-A425-8F90B230AB08}" dt="2026-04-20T15:52:46.541" v="2704" actId="1037"/>
          <ac:picMkLst>
            <pc:docMk/>
            <pc:sldMk cId="886429002" sldId="287"/>
            <ac:picMk id="68" creationId="{03767B79-203F-49ED-847E-CF0FDA5A4E0A}"/>
          </ac:picMkLst>
        </pc:picChg>
        <pc:picChg chg="add mod">
          <ac:chgData name="Roth Michael" userId="7e87037c-c18e-431e-8be4-0058b3a0bd26" providerId="ADAL" clId="{38636705-6887-4998-A425-8F90B230AB08}" dt="2026-04-20T15:52:46.541" v="2704" actId="1037"/>
          <ac:picMkLst>
            <pc:docMk/>
            <pc:sldMk cId="886429002" sldId="287"/>
            <ac:picMk id="69" creationId="{84064F30-CA7D-48A2-A751-856CA90E0DA1}"/>
          </ac:picMkLst>
        </pc:picChg>
        <pc:picChg chg="add mod">
          <ac:chgData name="Roth Michael" userId="7e87037c-c18e-431e-8be4-0058b3a0bd26" providerId="ADAL" clId="{38636705-6887-4998-A425-8F90B230AB08}" dt="2026-04-20T15:52:46.541" v="2704" actId="1037"/>
          <ac:picMkLst>
            <pc:docMk/>
            <pc:sldMk cId="886429002" sldId="287"/>
            <ac:picMk id="70" creationId="{E6B495DF-ABD5-40FE-B92B-D32D540CA139}"/>
          </ac:picMkLst>
        </pc:picChg>
        <pc:picChg chg="add mod">
          <ac:chgData name="Roth Michael" userId="7e87037c-c18e-431e-8be4-0058b3a0bd26" providerId="ADAL" clId="{38636705-6887-4998-A425-8F90B230AB08}" dt="2026-04-20T15:52:46.541" v="2704" actId="1037"/>
          <ac:picMkLst>
            <pc:docMk/>
            <pc:sldMk cId="886429002" sldId="287"/>
            <ac:picMk id="71" creationId="{DD48C51E-BD2E-4658-8A5B-254B49A2622F}"/>
          </ac:picMkLst>
        </pc:picChg>
        <pc:picChg chg="add del">
          <ac:chgData name="Roth Michael" userId="7e87037c-c18e-431e-8be4-0058b3a0bd26" providerId="ADAL" clId="{38636705-6887-4998-A425-8F90B230AB08}" dt="2026-04-20T15:38:37.905" v="2419"/>
          <ac:picMkLst>
            <pc:docMk/>
            <pc:sldMk cId="886429002" sldId="287"/>
            <ac:picMk id="4097" creationId="{EA0D86C5-FCF2-4FE5-8F70-BC1DC896E5BA}"/>
          </ac:picMkLst>
        </pc:picChg>
        <pc:picChg chg="add del">
          <ac:chgData name="Roth Michael" userId="7e87037c-c18e-431e-8be4-0058b3a0bd26" providerId="ADAL" clId="{38636705-6887-4998-A425-8F90B230AB08}" dt="2026-04-20T15:38:37.905" v="2419"/>
          <ac:picMkLst>
            <pc:docMk/>
            <pc:sldMk cId="886429002" sldId="287"/>
            <ac:picMk id="4098" creationId="{28A1123D-0C93-4DD3-AB7C-1AE646969F1A}"/>
          </ac:picMkLst>
        </pc:picChg>
        <pc:picChg chg="add del">
          <ac:chgData name="Roth Michael" userId="7e87037c-c18e-431e-8be4-0058b3a0bd26" providerId="ADAL" clId="{38636705-6887-4998-A425-8F90B230AB08}" dt="2026-04-20T15:38:37.905" v="2419"/>
          <ac:picMkLst>
            <pc:docMk/>
            <pc:sldMk cId="886429002" sldId="287"/>
            <ac:picMk id="4099" creationId="{958D71CE-320A-462B-8AE0-4D70738A2857}"/>
          </ac:picMkLst>
        </pc:picChg>
        <pc:picChg chg="add del">
          <ac:chgData name="Roth Michael" userId="7e87037c-c18e-431e-8be4-0058b3a0bd26" providerId="ADAL" clId="{38636705-6887-4998-A425-8F90B230AB08}" dt="2026-04-20T15:38:37.905" v="2419"/>
          <ac:picMkLst>
            <pc:docMk/>
            <pc:sldMk cId="886429002" sldId="287"/>
            <ac:picMk id="4100" creationId="{BAB69AAC-7E9B-44F9-9DA0-8CED634BEC91}"/>
          </ac:picMkLst>
        </pc:picChg>
        <pc:picChg chg="add del">
          <ac:chgData name="Roth Michael" userId="7e87037c-c18e-431e-8be4-0058b3a0bd26" providerId="ADAL" clId="{38636705-6887-4998-A425-8F90B230AB08}" dt="2026-04-20T15:38:37.905" v="2419"/>
          <ac:picMkLst>
            <pc:docMk/>
            <pc:sldMk cId="886429002" sldId="287"/>
            <ac:picMk id="4101" creationId="{470FD697-885A-487F-8DD0-127DE59BE1A0}"/>
          </ac:picMkLst>
        </pc:picChg>
        <pc:picChg chg="add del">
          <ac:chgData name="Roth Michael" userId="7e87037c-c18e-431e-8be4-0058b3a0bd26" providerId="ADAL" clId="{38636705-6887-4998-A425-8F90B230AB08}" dt="2026-04-20T15:38:37.905" v="2419"/>
          <ac:picMkLst>
            <pc:docMk/>
            <pc:sldMk cId="886429002" sldId="287"/>
            <ac:picMk id="4102" creationId="{EBB922BA-ABD2-41AB-AE25-5E83E41562D2}"/>
          </ac:picMkLst>
        </pc:picChg>
        <pc:picChg chg="add del">
          <ac:chgData name="Roth Michael" userId="7e87037c-c18e-431e-8be4-0058b3a0bd26" providerId="ADAL" clId="{38636705-6887-4998-A425-8F90B230AB08}" dt="2026-04-20T15:38:37.905" v="2419"/>
          <ac:picMkLst>
            <pc:docMk/>
            <pc:sldMk cId="886429002" sldId="287"/>
            <ac:picMk id="4103" creationId="{738E179A-1F60-4EEC-AFB6-205680D9819C}"/>
          </ac:picMkLst>
        </pc:picChg>
        <pc:picChg chg="add del">
          <ac:chgData name="Roth Michael" userId="7e87037c-c18e-431e-8be4-0058b3a0bd26" providerId="ADAL" clId="{38636705-6887-4998-A425-8F90B230AB08}" dt="2026-04-20T15:38:37.905" v="2419"/>
          <ac:picMkLst>
            <pc:docMk/>
            <pc:sldMk cId="886429002" sldId="287"/>
            <ac:picMk id="4104" creationId="{3684037F-AF27-45A9-98EF-0F483977B272}"/>
          </ac:picMkLst>
        </pc:picChg>
        <pc:picChg chg="add del">
          <ac:chgData name="Roth Michael" userId="7e87037c-c18e-431e-8be4-0058b3a0bd26" providerId="ADAL" clId="{38636705-6887-4998-A425-8F90B230AB08}" dt="2026-04-20T15:41:15.295" v="2476"/>
          <ac:picMkLst>
            <pc:docMk/>
            <pc:sldMk cId="886429002" sldId="287"/>
            <ac:picMk id="4114" creationId="{BCFAB27A-86A0-42E5-9649-727EB0555DBC}"/>
          </ac:picMkLst>
        </pc:picChg>
        <pc:picChg chg="add del">
          <ac:chgData name="Roth Michael" userId="7e87037c-c18e-431e-8be4-0058b3a0bd26" providerId="ADAL" clId="{38636705-6887-4998-A425-8F90B230AB08}" dt="2026-04-20T15:41:15.295" v="2476"/>
          <ac:picMkLst>
            <pc:docMk/>
            <pc:sldMk cId="886429002" sldId="287"/>
            <ac:picMk id="4115" creationId="{DA534695-8D8F-4C29-A6D0-1EA62678772E}"/>
          </ac:picMkLst>
        </pc:picChg>
        <pc:picChg chg="add del">
          <ac:chgData name="Roth Michael" userId="7e87037c-c18e-431e-8be4-0058b3a0bd26" providerId="ADAL" clId="{38636705-6887-4998-A425-8F90B230AB08}" dt="2026-04-20T15:41:15.295" v="2476"/>
          <ac:picMkLst>
            <pc:docMk/>
            <pc:sldMk cId="886429002" sldId="287"/>
            <ac:picMk id="4116" creationId="{732B8757-C364-414F-8F7B-ED7E2FCBBAE3}"/>
          </ac:picMkLst>
        </pc:picChg>
        <pc:picChg chg="add del">
          <ac:chgData name="Roth Michael" userId="7e87037c-c18e-431e-8be4-0058b3a0bd26" providerId="ADAL" clId="{38636705-6887-4998-A425-8F90B230AB08}" dt="2026-04-20T15:41:15.295" v="2476"/>
          <ac:picMkLst>
            <pc:docMk/>
            <pc:sldMk cId="886429002" sldId="287"/>
            <ac:picMk id="4117" creationId="{81EB410A-FD75-405E-81AB-379DB6FFC122}"/>
          </ac:picMkLst>
        </pc:picChg>
        <pc:picChg chg="add del">
          <ac:chgData name="Roth Michael" userId="7e87037c-c18e-431e-8be4-0058b3a0bd26" providerId="ADAL" clId="{38636705-6887-4998-A425-8F90B230AB08}" dt="2026-04-20T15:41:15.295" v="2476"/>
          <ac:picMkLst>
            <pc:docMk/>
            <pc:sldMk cId="886429002" sldId="287"/>
            <ac:picMk id="4118" creationId="{57BEA653-5614-4ADA-BC85-9C5311E0AFD1}"/>
          </ac:picMkLst>
        </pc:picChg>
        <pc:picChg chg="add del">
          <ac:chgData name="Roth Michael" userId="7e87037c-c18e-431e-8be4-0058b3a0bd26" providerId="ADAL" clId="{38636705-6887-4998-A425-8F90B230AB08}" dt="2026-04-20T15:41:15.295" v="2476"/>
          <ac:picMkLst>
            <pc:docMk/>
            <pc:sldMk cId="886429002" sldId="287"/>
            <ac:picMk id="4119" creationId="{A16219D0-5AE4-49AF-BD61-C54D0367BFF2}"/>
          </ac:picMkLst>
        </pc:picChg>
        <pc:picChg chg="add del">
          <ac:chgData name="Roth Michael" userId="7e87037c-c18e-431e-8be4-0058b3a0bd26" providerId="ADAL" clId="{38636705-6887-4998-A425-8F90B230AB08}" dt="2026-04-20T15:41:15.295" v="2476"/>
          <ac:picMkLst>
            <pc:docMk/>
            <pc:sldMk cId="886429002" sldId="287"/>
            <ac:picMk id="4120" creationId="{AE81F36F-1DF8-4973-842C-D380A28D2F9A}"/>
          </ac:picMkLst>
        </pc:picChg>
        <pc:picChg chg="add del">
          <ac:chgData name="Roth Michael" userId="7e87037c-c18e-431e-8be4-0058b3a0bd26" providerId="ADAL" clId="{38636705-6887-4998-A425-8F90B230AB08}" dt="2026-04-20T15:41:15.295" v="2476"/>
          <ac:picMkLst>
            <pc:docMk/>
            <pc:sldMk cId="886429002" sldId="287"/>
            <ac:picMk id="4121" creationId="{875ECF0D-A8B8-42A2-8A24-C6FCA891EFD0}"/>
          </ac:picMkLst>
        </pc:picChg>
        <pc:picChg chg="del">
          <ac:chgData name="Roth Michael" userId="7e87037c-c18e-431e-8be4-0058b3a0bd26" providerId="ADAL" clId="{38636705-6887-4998-A425-8F90B230AB08}" dt="2026-04-20T15:41:33.522" v="2477"/>
          <ac:picMkLst>
            <pc:docMk/>
            <pc:sldMk cId="886429002" sldId="287"/>
            <ac:picMk id="4131" creationId="{36E1BA48-5C73-4D34-9BE4-2322AF1474BD}"/>
          </ac:picMkLst>
        </pc:picChg>
        <pc:picChg chg="del">
          <ac:chgData name="Roth Michael" userId="7e87037c-c18e-431e-8be4-0058b3a0bd26" providerId="ADAL" clId="{38636705-6887-4998-A425-8F90B230AB08}" dt="2026-04-20T15:41:33.522" v="2477"/>
          <ac:picMkLst>
            <pc:docMk/>
            <pc:sldMk cId="886429002" sldId="287"/>
            <ac:picMk id="4132" creationId="{656B8DEA-9936-4A39-AAD9-31EDB5A91DEB}"/>
          </ac:picMkLst>
        </pc:picChg>
        <pc:picChg chg="del">
          <ac:chgData name="Roth Michael" userId="7e87037c-c18e-431e-8be4-0058b3a0bd26" providerId="ADAL" clId="{38636705-6887-4998-A425-8F90B230AB08}" dt="2026-04-20T15:41:33.522" v="2477"/>
          <ac:picMkLst>
            <pc:docMk/>
            <pc:sldMk cId="886429002" sldId="287"/>
            <ac:picMk id="4133" creationId="{B2816047-6662-44B6-BF99-F621D96A0A75}"/>
          </ac:picMkLst>
        </pc:picChg>
        <pc:picChg chg="del">
          <ac:chgData name="Roth Michael" userId="7e87037c-c18e-431e-8be4-0058b3a0bd26" providerId="ADAL" clId="{38636705-6887-4998-A425-8F90B230AB08}" dt="2026-04-20T15:41:33.522" v="2477"/>
          <ac:picMkLst>
            <pc:docMk/>
            <pc:sldMk cId="886429002" sldId="287"/>
            <ac:picMk id="4134" creationId="{796E2871-2C81-4B8C-A6BC-07FAFDF437DA}"/>
          </ac:picMkLst>
        </pc:picChg>
        <pc:picChg chg="del">
          <ac:chgData name="Roth Michael" userId="7e87037c-c18e-431e-8be4-0058b3a0bd26" providerId="ADAL" clId="{38636705-6887-4998-A425-8F90B230AB08}" dt="2026-04-20T15:41:33.522" v="2477"/>
          <ac:picMkLst>
            <pc:docMk/>
            <pc:sldMk cId="886429002" sldId="287"/>
            <ac:picMk id="4135" creationId="{F49BFCF0-D9C1-4029-A4C7-E0A4D67399F5}"/>
          </ac:picMkLst>
        </pc:picChg>
        <pc:picChg chg="del">
          <ac:chgData name="Roth Michael" userId="7e87037c-c18e-431e-8be4-0058b3a0bd26" providerId="ADAL" clId="{38636705-6887-4998-A425-8F90B230AB08}" dt="2026-04-20T15:41:33.522" v="2477"/>
          <ac:picMkLst>
            <pc:docMk/>
            <pc:sldMk cId="886429002" sldId="287"/>
            <ac:picMk id="4136" creationId="{2FBBF551-6EE0-4840-A95B-1DF06BA648A3}"/>
          </ac:picMkLst>
        </pc:picChg>
        <pc:picChg chg="del">
          <ac:chgData name="Roth Michael" userId="7e87037c-c18e-431e-8be4-0058b3a0bd26" providerId="ADAL" clId="{38636705-6887-4998-A425-8F90B230AB08}" dt="2026-04-20T15:41:33.522" v="2477"/>
          <ac:picMkLst>
            <pc:docMk/>
            <pc:sldMk cId="886429002" sldId="287"/>
            <ac:picMk id="4137" creationId="{4B3F0098-A54E-42AC-A908-AAF9EEF8D932}"/>
          </ac:picMkLst>
        </pc:picChg>
        <pc:picChg chg="del">
          <ac:chgData name="Roth Michael" userId="7e87037c-c18e-431e-8be4-0058b3a0bd26" providerId="ADAL" clId="{38636705-6887-4998-A425-8F90B230AB08}" dt="2026-04-20T15:41:33.522" v="2477"/>
          <ac:picMkLst>
            <pc:docMk/>
            <pc:sldMk cId="886429002" sldId="287"/>
            <ac:picMk id="4138" creationId="{D9B687DD-B3C7-4C0C-B410-55B75CCA1494}"/>
          </ac:picMkLst>
        </pc:picChg>
      </pc:sldChg>
      <pc:sldChg chg="addSp delSp modSp add del mod ord modTransition modAnim">
        <pc:chgData name="Roth Michael" userId="7e87037c-c18e-431e-8be4-0058b3a0bd26" providerId="ADAL" clId="{38636705-6887-4998-A425-8F90B230AB08}" dt="2026-04-21T06:42:23.996" v="2962" actId="47"/>
        <pc:sldMkLst>
          <pc:docMk/>
          <pc:sldMk cId="1698172877" sldId="288"/>
        </pc:sldMkLst>
        <pc:spChg chg="add del">
          <ac:chgData name="Roth Michael" userId="7e87037c-c18e-431e-8be4-0058b3a0bd26" providerId="ADAL" clId="{38636705-6887-4998-A425-8F90B230AB08}" dt="2026-04-20T15:52:32.212" v="2668" actId="478"/>
          <ac:spMkLst>
            <pc:docMk/>
            <pc:sldMk cId="1698172877" sldId="288"/>
            <ac:spMk id="2" creationId="{AF56EC70-6F14-4F3F-BD93-7E4A3D52C369}"/>
          </ac:spMkLst>
        </pc:spChg>
        <pc:spChg chg="del">
          <ac:chgData name="Roth Michael" userId="7e87037c-c18e-431e-8be4-0058b3a0bd26" providerId="ADAL" clId="{38636705-6887-4998-A425-8F90B230AB08}" dt="2026-04-20T15:52:03.415" v="2665" actId="478"/>
          <ac:spMkLst>
            <pc:docMk/>
            <pc:sldMk cId="1698172877" sldId="288"/>
            <ac:spMk id="4" creationId="{37362266-552A-4C18-B544-6963DFD0E688}"/>
          </ac:spMkLst>
        </pc:spChg>
        <pc:spChg chg="add mod">
          <ac:chgData name="Roth Michael" userId="7e87037c-c18e-431e-8be4-0058b3a0bd26" providerId="ADAL" clId="{38636705-6887-4998-A425-8F90B230AB08}" dt="2026-04-20T15:52:15.983" v="2666"/>
          <ac:spMkLst>
            <pc:docMk/>
            <pc:sldMk cId="1698172877" sldId="288"/>
            <ac:spMk id="5" creationId="{C926EDBB-7554-4B87-88A9-18D80C56B37D}"/>
          </ac:spMkLst>
        </pc:spChg>
        <pc:grpChg chg="del">
          <ac:chgData name="Roth Michael" userId="7e87037c-c18e-431e-8be4-0058b3a0bd26" providerId="ADAL" clId="{38636705-6887-4998-A425-8F90B230AB08}" dt="2026-04-20T08:13:10.667" v="1578" actId="478"/>
          <ac:grpSpMkLst>
            <pc:docMk/>
            <pc:sldMk cId="1698172877" sldId="288"/>
            <ac:grpSpMk id="6" creationId="{9A4AFD19-685E-42FA-B214-E364530D0E86}"/>
          </ac:grpSpMkLst>
        </pc:grpChg>
        <pc:picChg chg="add mod ord">
          <ac:chgData name="Roth Michael" userId="7e87037c-c18e-431e-8be4-0058b3a0bd26" providerId="ADAL" clId="{38636705-6887-4998-A425-8F90B230AB08}" dt="2026-04-20T08:14:56.725" v="1591" actId="1076"/>
          <ac:picMkLst>
            <pc:docMk/>
            <pc:sldMk cId="1698172877" sldId="288"/>
            <ac:picMk id="7" creationId="{6D7D5CC4-EDF4-4509-B31B-8384EFABA42E}"/>
          </ac:picMkLst>
        </pc:picChg>
      </pc:sldChg>
      <pc:sldChg chg="addSp delSp add del mod">
        <pc:chgData name="Roth Michael" userId="7e87037c-c18e-431e-8be4-0058b3a0bd26" providerId="ADAL" clId="{38636705-6887-4998-A425-8F90B230AB08}" dt="2026-04-20T14:53:51.634" v="2315" actId="47"/>
        <pc:sldMkLst>
          <pc:docMk/>
          <pc:sldMk cId="2598887092" sldId="289"/>
        </pc:sldMkLst>
        <pc:picChg chg="add del">
          <ac:chgData name="Roth Michael" userId="7e87037c-c18e-431e-8be4-0058b3a0bd26" providerId="ADAL" clId="{38636705-6887-4998-A425-8F90B230AB08}" dt="2026-04-20T14:53:15.877" v="2300" actId="478"/>
          <ac:picMkLst>
            <pc:docMk/>
            <pc:sldMk cId="2598887092" sldId="289"/>
            <ac:picMk id="22" creationId="{2D249FA9-F6D2-47C0-8047-A6835E15F9AE}"/>
          </ac:picMkLst>
        </pc:picChg>
      </pc:sldChg>
      <pc:sldChg chg="delSp modSp add del mod">
        <pc:chgData name="Roth Michael" userId="7e87037c-c18e-431e-8be4-0058b3a0bd26" providerId="ADAL" clId="{38636705-6887-4998-A425-8F90B230AB08}" dt="2026-04-20T15:48:41.188" v="2653" actId="47"/>
        <pc:sldMkLst>
          <pc:docMk/>
          <pc:sldMk cId="3155792030" sldId="289"/>
        </pc:sldMkLst>
        <pc:picChg chg="mod ord">
          <ac:chgData name="Roth Michael" userId="7e87037c-c18e-431e-8be4-0058b3a0bd26" providerId="ADAL" clId="{38636705-6887-4998-A425-8F90B230AB08}" dt="2026-04-20T14:54:17.828" v="2329" actId="167"/>
          <ac:picMkLst>
            <pc:docMk/>
            <pc:sldMk cId="3155792030" sldId="289"/>
            <ac:picMk id="3" creationId="{C8918F51-D772-478A-9BE0-14D422F46A1A}"/>
          </ac:picMkLst>
        </pc:picChg>
        <pc:picChg chg="del">
          <ac:chgData name="Roth Michael" userId="7e87037c-c18e-431e-8be4-0058b3a0bd26" providerId="ADAL" clId="{38636705-6887-4998-A425-8F90B230AB08}" dt="2026-04-20T14:54:05.782" v="2324" actId="478"/>
          <ac:picMkLst>
            <pc:docMk/>
            <pc:sldMk cId="3155792030" sldId="289"/>
            <ac:picMk id="5" creationId="{C0E1AE2D-2E38-4854-852A-BCADA4DB2B50}"/>
          </ac:picMkLst>
        </pc:picChg>
        <pc:picChg chg="del">
          <ac:chgData name="Roth Michael" userId="7e87037c-c18e-431e-8be4-0058b3a0bd26" providerId="ADAL" clId="{38636705-6887-4998-A425-8F90B230AB08}" dt="2026-04-20T14:54:04.386" v="2323" actId="478"/>
          <ac:picMkLst>
            <pc:docMk/>
            <pc:sldMk cId="3155792030" sldId="289"/>
            <ac:picMk id="7" creationId="{2EAB02A9-8F50-472D-A95D-BEFD4E9BF569}"/>
          </ac:picMkLst>
        </pc:picChg>
        <pc:picChg chg="del">
          <ac:chgData name="Roth Michael" userId="7e87037c-c18e-431e-8be4-0058b3a0bd26" providerId="ADAL" clId="{38636705-6887-4998-A425-8F90B230AB08}" dt="2026-04-20T14:54:03.430" v="2322" actId="478"/>
          <ac:picMkLst>
            <pc:docMk/>
            <pc:sldMk cId="3155792030" sldId="289"/>
            <ac:picMk id="9" creationId="{CE0A9F63-BA61-41FF-B640-1779A10AC6F5}"/>
          </ac:picMkLst>
        </pc:picChg>
        <pc:picChg chg="del">
          <ac:chgData name="Roth Michael" userId="7e87037c-c18e-431e-8be4-0058b3a0bd26" providerId="ADAL" clId="{38636705-6887-4998-A425-8F90B230AB08}" dt="2026-04-20T14:54:12.787" v="2327" actId="478"/>
          <ac:picMkLst>
            <pc:docMk/>
            <pc:sldMk cId="3155792030" sldId="289"/>
            <ac:picMk id="11" creationId="{CBD1D279-42A4-47E8-950B-9A710090E7B0}"/>
          </ac:picMkLst>
        </pc:picChg>
        <pc:picChg chg="del">
          <ac:chgData name="Roth Michael" userId="7e87037c-c18e-431e-8be4-0058b3a0bd26" providerId="ADAL" clId="{38636705-6887-4998-A425-8F90B230AB08}" dt="2026-04-20T14:54:02.036" v="2321" actId="478"/>
          <ac:picMkLst>
            <pc:docMk/>
            <pc:sldMk cId="3155792030" sldId="289"/>
            <ac:picMk id="12" creationId="{825A5E55-03F3-41B0-A39D-7F0A5901D5EB}"/>
          </ac:picMkLst>
        </pc:picChg>
      </pc:sldChg>
      <pc:sldChg chg="addSp delSp modSp new mod modAnim">
        <pc:chgData name="Roth Michael" userId="7e87037c-c18e-431e-8be4-0058b3a0bd26" providerId="ADAL" clId="{38636705-6887-4998-A425-8F90B230AB08}" dt="2026-04-21T11:38:38.497" v="3007" actId="2"/>
        <pc:sldMkLst>
          <pc:docMk/>
          <pc:sldMk cId="3249281221" sldId="289"/>
        </pc:sldMkLst>
        <pc:spChg chg="mod">
          <ac:chgData name="Roth Michael" userId="7e87037c-c18e-431e-8be4-0058b3a0bd26" providerId="ADAL" clId="{38636705-6887-4998-A425-8F90B230AB08}" dt="2026-04-21T06:45:52.611" v="2964" actId="207"/>
          <ac:spMkLst>
            <pc:docMk/>
            <pc:sldMk cId="3249281221" sldId="289"/>
            <ac:spMk id="2" creationId="{48EF4FA5-9BA1-41BE-914F-F3ED6A18D42D}"/>
          </ac:spMkLst>
        </pc:spChg>
        <pc:spChg chg="add mod">
          <ac:chgData name="Roth Michael" userId="7e87037c-c18e-431e-8be4-0058b3a0bd26" providerId="ADAL" clId="{38636705-6887-4998-A425-8F90B230AB08}" dt="2026-04-21T06:35:30.140" v="2925"/>
          <ac:spMkLst>
            <pc:docMk/>
            <pc:sldMk cId="3249281221" sldId="289"/>
            <ac:spMk id="6" creationId="{8FD8344E-5DE4-485B-B2D2-79E174F7F7D7}"/>
          </ac:spMkLst>
        </pc:spChg>
        <pc:spChg chg="add mod">
          <ac:chgData name="Roth Michael" userId="7e87037c-c18e-431e-8be4-0058b3a0bd26" providerId="ADAL" clId="{38636705-6887-4998-A425-8F90B230AB08}" dt="2026-04-21T11:38:38.497" v="3007" actId="2"/>
          <ac:spMkLst>
            <pc:docMk/>
            <pc:sldMk cId="3249281221" sldId="289"/>
            <ac:spMk id="8" creationId="{CCADBA65-68B6-430E-8069-A6C693F2B7EF}"/>
          </ac:spMkLst>
        </pc:spChg>
        <pc:graphicFrameChg chg="add mod">
          <ac:chgData name="Roth Michael" userId="7e87037c-c18e-431e-8be4-0058b3a0bd26" providerId="ADAL" clId="{38636705-6887-4998-A425-8F90B230AB08}" dt="2026-04-21T06:40:17.960" v="2941" actId="14100"/>
          <ac:graphicFrameMkLst>
            <pc:docMk/>
            <pc:sldMk cId="3249281221" sldId="289"/>
            <ac:graphicFrameMk id="5" creationId="{9E46C99C-1342-4BF5-BFEA-610776EFC7B7}"/>
          </ac:graphicFrameMkLst>
        </pc:graphicFrameChg>
        <pc:picChg chg="add del mod">
          <ac:chgData name="Roth Michael" userId="7e87037c-c18e-431e-8be4-0058b3a0bd26" providerId="ADAL" clId="{38636705-6887-4998-A425-8F90B230AB08}" dt="2026-04-21T06:33:37.262" v="2902" actId="478"/>
          <ac:picMkLst>
            <pc:docMk/>
            <pc:sldMk cId="3249281221" sldId="289"/>
            <ac:picMk id="4" creationId="{88E1F262-66CA-4CAB-9B79-7F50581DE644}"/>
          </ac:picMkLst>
        </pc:picChg>
      </pc:sldChg>
      <pc:sldChg chg="addSp delSp modSp add del mod">
        <pc:chgData name="Roth Michael" userId="7e87037c-c18e-431e-8be4-0058b3a0bd26" providerId="ADAL" clId="{38636705-6887-4998-A425-8F90B230AB08}" dt="2026-04-20T14:59:39.681" v="2383" actId="47"/>
        <pc:sldMkLst>
          <pc:docMk/>
          <pc:sldMk cId="2662603903" sldId="290"/>
        </pc:sldMkLst>
        <pc:picChg chg="del">
          <ac:chgData name="Roth Michael" userId="7e87037c-c18e-431e-8be4-0058b3a0bd26" providerId="ADAL" clId="{38636705-6887-4998-A425-8F90B230AB08}" dt="2026-04-20T14:54:32.315" v="2337" actId="478"/>
          <ac:picMkLst>
            <pc:docMk/>
            <pc:sldMk cId="2662603903" sldId="290"/>
            <ac:picMk id="3" creationId="{C8918F51-D772-478A-9BE0-14D422F46A1A}"/>
          </ac:picMkLst>
        </pc:picChg>
        <pc:picChg chg="del">
          <ac:chgData name="Roth Michael" userId="7e87037c-c18e-431e-8be4-0058b3a0bd26" providerId="ADAL" clId="{38636705-6887-4998-A425-8F90B230AB08}" dt="2026-04-20T14:54:30.812" v="2335" actId="478"/>
          <ac:picMkLst>
            <pc:docMk/>
            <pc:sldMk cId="2662603903" sldId="290"/>
            <ac:picMk id="5" creationId="{C0E1AE2D-2E38-4854-852A-BCADA4DB2B50}"/>
          </ac:picMkLst>
        </pc:picChg>
        <pc:picChg chg="add del mod ord">
          <ac:chgData name="Roth Michael" userId="7e87037c-c18e-431e-8be4-0058b3a0bd26" providerId="ADAL" clId="{38636705-6887-4998-A425-8F90B230AB08}" dt="2026-04-20T14:54:38.317" v="2340" actId="167"/>
          <ac:picMkLst>
            <pc:docMk/>
            <pc:sldMk cId="2662603903" sldId="290"/>
            <ac:picMk id="7" creationId="{2EAB02A9-8F50-472D-A95D-BEFD4E9BF569}"/>
          </ac:picMkLst>
        </pc:picChg>
        <pc:picChg chg="del">
          <ac:chgData name="Roth Michael" userId="7e87037c-c18e-431e-8be4-0058b3a0bd26" providerId="ADAL" clId="{38636705-6887-4998-A425-8F90B230AB08}" dt="2026-04-20T14:54:21.621" v="2331" actId="478"/>
          <ac:picMkLst>
            <pc:docMk/>
            <pc:sldMk cId="2662603903" sldId="290"/>
            <ac:picMk id="9" creationId="{CE0A9F63-BA61-41FF-B640-1779A10AC6F5}"/>
          </ac:picMkLst>
        </pc:picChg>
        <pc:picChg chg="del">
          <ac:chgData name="Roth Michael" userId="7e87037c-c18e-431e-8be4-0058b3a0bd26" providerId="ADAL" clId="{38636705-6887-4998-A425-8F90B230AB08}" dt="2026-04-20T14:54:33.829" v="2338" actId="478"/>
          <ac:picMkLst>
            <pc:docMk/>
            <pc:sldMk cId="2662603903" sldId="290"/>
            <ac:picMk id="11" creationId="{CBD1D279-42A4-47E8-950B-9A710090E7B0}"/>
          </ac:picMkLst>
        </pc:picChg>
        <pc:picChg chg="del">
          <ac:chgData name="Roth Michael" userId="7e87037c-c18e-431e-8be4-0058b3a0bd26" providerId="ADAL" clId="{38636705-6887-4998-A425-8F90B230AB08}" dt="2026-04-20T14:54:20.870" v="2330" actId="478"/>
          <ac:picMkLst>
            <pc:docMk/>
            <pc:sldMk cId="2662603903" sldId="290"/>
            <ac:picMk id="12" creationId="{825A5E55-03F3-41B0-A39D-7F0A5901D5EB}"/>
          </ac:picMkLst>
        </pc:picChg>
      </pc:sldChg>
      <pc:sldChg chg="addSp delSp add del mod">
        <pc:chgData name="Roth Michael" userId="7e87037c-c18e-431e-8be4-0058b3a0bd26" providerId="ADAL" clId="{38636705-6887-4998-A425-8F90B230AB08}" dt="2026-04-20T14:53:51.634" v="2315" actId="47"/>
        <pc:sldMkLst>
          <pc:docMk/>
          <pc:sldMk cId="3545612055" sldId="290"/>
        </pc:sldMkLst>
        <pc:picChg chg="add del">
          <ac:chgData name="Roth Michael" userId="7e87037c-c18e-431e-8be4-0058b3a0bd26" providerId="ADAL" clId="{38636705-6887-4998-A425-8F90B230AB08}" dt="2026-04-20T14:53:37.016" v="2306" actId="478"/>
          <ac:picMkLst>
            <pc:docMk/>
            <pc:sldMk cId="3545612055" sldId="290"/>
            <ac:picMk id="22" creationId="{2D249FA9-F6D2-47C0-8047-A6835E15F9AE}"/>
          </ac:picMkLst>
        </pc:picChg>
      </pc:sldChg>
      <pc:sldChg chg="add del">
        <pc:chgData name="Roth Michael" userId="7e87037c-c18e-431e-8be4-0058b3a0bd26" providerId="ADAL" clId="{38636705-6887-4998-A425-8F90B230AB08}" dt="2026-04-20T14:53:51.634" v="2315" actId="47"/>
        <pc:sldMkLst>
          <pc:docMk/>
          <pc:sldMk cId="892716713" sldId="291"/>
        </pc:sldMkLst>
      </pc:sldChg>
      <pc:sldChg chg="delSp modSp add del mod">
        <pc:chgData name="Roth Michael" userId="7e87037c-c18e-431e-8be4-0058b3a0bd26" providerId="ADAL" clId="{38636705-6887-4998-A425-8F90B230AB08}" dt="2026-04-20T14:59:36.577" v="2382" actId="47"/>
        <pc:sldMkLst>
          <pc:docMk/>
          <pc:sldMk cId="2762610994" sldId="291"/>
        </pc:sldMkLst>
        <pc:picChg chg="del">
          <ac:chgData name="Roth Michael" userId="7e87037c-c18e-431e-8be4-0058b3a0bd26" providerId="ADAL" clId="{38636705-6887-4998-A425-8F90B230AB08}" dt="2026-04-20T14:54:54.939" v="2347" actId="478"/>
          <ac:picMkLst>
            <pc:docMk/>
            <pc:sldMk cId="2762610994" sldId="291"/>
            <ac:picMk id="3" creationId="{C8918F51-D772-478A-9BE0-14D422F46A1A}"/>
          </ac:picMkLst>
        </pc:picChg>
        <pc:picChg chg="del">
          <ac:chgData name="Roth Michael" userId="7e87037c-c18e-431e-8be4-0058b3a0bd26" providerId="ADAL" clId="{38636705-6887-4998-A425-8F90B230AB08}" dt="2026-04-20T14:54:53.376" v="2346" actId="478"/>
          <ac:picMkLst>
            <pc:docMk/>
            <pc:sldMk cId="2762610994" sldId="291"/>
            <ac:picMk id="5" creationId="{C0E1AE2D-2E38-4854-852A-BCADA4DB2B50}"/>
          </ac:picMkLst>
        </pc:picChg>
        <pc:picChg chg="del">
          <ac:chgData name="Roth Michael" userId="7e87037c-c18e-431e-8be4-0058b3a0bd26" providerId="ADAL" clId="{38636705-6887-4998-A425-8F90B230AB08}" dt="2026-04-20T14:54:51.834" v="2345" actId="478"/>
          <ac:picMkLst>
            <pc:docMk/>
            <pc:sldMk cId="2762610994" sldId="291"/>
            <ac:picMk id="7" creationId="{2EAB02A9-8F50-472D-A95D-BEFD4E9BF569}"/>
          </ac:picMkLst>
        </pc:picChg>
        <pc:picChg chg="mod">
          <ac:chgData name="Roth Michael" userId="7e87037c-c18e-431e-8be4-0058b3a0bd26" providerId="ADAL" clId="{38636705-6887-4998-A425-8F90B230AB08}" dt="2026-04-20T14:54:58.916" v="2349" actId="1076"/>
          <ac:picMkLst>
            <pc:docMk/>
            <pc:sldMk cId="2762610994" sldId="291"/>
            <ac:picMk id="9" creationId="{CE0A9F63-BA61-41FF-B640-1779A10AC6F5}"/>
          </ac:picMkLst>
        </pc:picChg>
        <pc:picChg chg="del">
          <ac:chgData name="Roth Michael" userId="7e87037c-c18e-431e-8be4-0058b3a0bd26" providerId="ADAL" clId="{38636705-6887-4998-A425-8F90B230AB08}" dt="2026-04-20T14:54:56.298" v="2348" actId="478"/>
          <ac:picMkLst>
            <pc:docMk/>
            <pc:sldMk cId="2762610994" sldId="291"/>
            <ac:picMk id="11" creationId="{CBD1D279-42A4-47E8-950B-9A710090E7B0}"/>
          </ac:picMkLst>
        </pc:picChg>
        <pc:picChg chg="del mod">
          <ac:chgData name="Roth Michael" userId="7e87037c-c18e-431e-8be4-0058b3a0bd26" providerId="ADAL" clId="{38636705-6887-4998-A425-8F90B230AB08}" dt="2026-04-20T14:54:49.174" v="2343" actId="478"/>
          <ac:picMkLst>
            <pc:docMk/>
            <pc:sldMk cId="2762610994" sldId="291"/>
            <ac:picMk id="12" creationId="{825A5E55-03F3-41B0-A39D-7F0A5901D5EB}"/>
          </ac:picMkLst>
        </pc:picChg>
      </pc:sldChg>
      <pc:sldChg chg="addSp delSp add del mod">
        <pc:chgData name="Roth Michael" userId="7e87037c-c18e-431e-8be4-0058b3a0bd26" providerId="ADAL" clId="{38636705-6887-4998-A425-8F90B230AB08}" dt="2026-04-20T14:53:54.135" v="2316" actId="47"/>
        <pc:sldMkLst>
          <pc:docMk/>
          <pc:sldMk cId="2468819931" sldId="292"/>
        </pc:sldMkLst>
        <pc:picChg chg="add del">
          <ac:chgData name="Roth Michael" userId="7e87037c-c18e-431e-8be4-0058b3a0bd26" providerId="ADAL" clId="{38636705-6887-4998-A425-8F90B230AB08}" dt="2026-04-20T14:53:36.464" v="2305" actId="478"/>
          <ac:picMkLst>
            <pc:docMk/>
            <pc:sldMk cId="2468819931" sldId="292"/>
            <ac:picMk id="22" creationId="{2D249FA9-F6D2-47C0-8047-A6835E15F9AE}"/>
          </ac:picMkLst>
        </pc:picChg>
      </pc:sldChg>
      <pc:sldChg chg="addSp delSp modSp add del mod">
        <pc:chgData name="Roth Michael" userId="7e87037c-c18e-431e-8be4-0058b3a0bd26" providerId="ADAL" clId="{38636705-6887-4998-A425-8F90B230AB08}" dt="2026-04-20T15:48:41.188" v="2653" actId="47"/>
        <pc:sldMkLst>
          <pc:docMk/>
          <pc:sldMk cId="3392743587" sldId="292"/>
        </pc:sldMkLst>
        <pc:spChg chg="add mod">
          <ac:chgData name="Roth Michael" userId="7e87037c-c18e-431e-8be4-0058b3a0bd26" providerId="ADAL" clId="{38636705-6887-4998-A425-8F90B230AB08}" dt="2026-04-20T15:02:58.259" v="2404" actId="1076"/>
          <ac:spMkLst>
            <pc:docMk/>
            <pc:sldMk cId="3392743587" sldId="292"/>
            <ac:spMk id="14" creationId="{84F0465B-A488-4710-957F-4545CE84886B}"/>
          </ac:spMkLst>
        </pc:spChg>
        <pc:spChg chg="mod">
          <ac:chgData name="Roth Michael" userId="7e87037c-c18e-431e-8be4-0058b3a0bd26" providerId="ADAL" clId="{38636705-6887-4998-A425-8F90B230AB08}" dt="2026-04-20T15:03:04.066" v="2405" actId="1076"/>
          <ac:spMkLst>
            <pc:docMk/>
            <pc:sldMk cId="3392743587" sldId="292"/>
            <ac:spMk id="19" creationId="{4066FB0C-542E-4EAE-BEF9-6C779054CEDD}"/>
          </ac:spMkLst>
        </pc:spChg>
        <pc:picChg chg="del">
          <ac:chgData name="Roth Michael" userId="7e87037c-c18e-431e-8be4-0058b3a0bd26" providerId="ADAL" clId="{38636705-6887-4998-A425-8F90B230AB08}" dt="2026-04-20T14:55:10.419" v="2354" actId="478"/>
          <ac:picMkLst>
            <pc:docMk/>
            <pc:sldMk cId="3392743587" sldId="292"/>
            <ac:picMk id="3" creationId="{C8918F51-D772-478A-9BE0-14D422F46A1A}"/>
          </ac:picMkLst>
        </pc:picChg>
        <pc:picChg chg="del">
          <ac:chgData name="Roth Michael" userId="7e87037c-c18e-431e-8be4-0058b3a0bd26" providerId="ADAL" clId="{38636705-6887-4998-A425-8F90B230AB08}" dt="2026-04-20T14:55:09.773" v="2353" actId="478"/>
          <ac:picMkLst>
            <pc:docMk/>
            <pc:sldMk cId="3392743587" sldId="292"/>
            <ac:picMk id="5" creationId="{C0E1AE2D-2E38-4854-852A-BCADA4DB2B50}"/>
          </ac:picMkLst>
        </pc:picChg>
        <pc:picChg chg="del">
          <ac:chgData name="Roth Michael" userId="7e87037c-c18e-431e-8be4-0058b3a0bd26" providerId="ADAL" clId="{38636705-6887-4998-A425-8F90B230AB08}" dt="2026-04-20T14:55:09.149" v="2352" actId="478"/>
          <ac:picMkLst>
            <pc:docMk/>
            <pc:sldMk cId="3392743587" sldId="292"/>
            <ac:picMk id="7" creationId="{2EAB02A9-8F50-472D-A95D-BEFD4E9BF569}"/>
          </ac:picMkLst>
        </pc:picChg>
        <pc:picChg chg="del">
          <ac:chgData name="Roth Michael" userId="7e87037c-c18e-431e-8be4-0058b3a0bd26" providerId="ADAL" clId="{38636705-6887-4998-A425-8F90B230AB08}" dt="2026-04-20T14:55:08.453" v="2351" actId="478"/>
          <ac:picMkLst>
            <pc:docMk/>
            <pc:sldMk cId="3392743587" sldId="292"/>
            <ac:picMk id="9" creationId="{CE0A9F63-BA61-41FF-B640-1779A10AC6F5}"/>
          </ac:picMkLst>
        </pc:picChg>
        <pc:picChg chg="del">
          <ac:chgData name="Roth Michael" userId="7e87037c-c18e-431e-8be4-0058b3a0bd26" providerId="ADAL" clId="{38636705-6887-4998-A425-8F90B230AB08}" dt="2026-04-20T14:55:11.286" v="2355" actId="478"/>
          <ac:picMkLst>
            <pc:docMk/>
            <pc:sldMk cId="3392743587" sldId="292"/>
            <ac:picMk id="11" creationId="{CBD1D279-42A4-47E8-950B-9A710090E7B0}"/>
          </ac:picMkLst>
        </pc:picChg>
        <pc:picChg chg="del mod ord">
          <ac:chgData name="Roth Michael" userId="7e87037c-c18e-431e-8be4-0058b3a0bd26" providerId="ADAL" clId="{38636705-6887-4998-A425-8F90B230AB08}" dt="2026-04-20T15:01:10.120" v="2385" actId="478"/>
          <ac:picMkLst>
            <pc:docMk/>
            <pc:sldMk cId="3392743587" sldId="292"/>
            <ac:picMk id="12" creationId="{825A5E55-03F3-41B0-A39D-7F0A5901D5EB}"/>
          </ac:picMkLst>
        </pc:picChg>
        <pc:picChg chg="add del mod ord">
          <ac:chgData name="Roth Michael" userId="7e87037c-c18e-431e-8be4-0058b3a0bd26" providerId="ADAL" clId="{38636705-6887-4998-A425-8F90B230AB08}" dt="2026-04-20T15:31:18.872" v="2417" actId="478"/>
          <ac:picMkLst>
            <pc:docMk/>
            <pc:sldMk cId="3392743587" sldId="292"/>
            <ac:picMk id="13" creationId="{254C5562-919C-43A7-8171-C61F11EEF5DA}"/>
          </ac:picMkLst>
        </pc:picChg>
        <pc:picChg chg="add mod">
          <ac:chgData name="Roth Michael" userId="7e87037c-c18e-431e-8be4-0058b3a0bd26" providerId="ADAL" clId="{38636705-6887-4998-A425-8F90B230AB08}" dt="2026-04-20T15:03:23.289" v="2406"/>
          <ac:picMkLst>
            <pc:docMk/>
            <pc:sldMk cId="3392743587" sldId="292"/>
            <ac:picMk id="15" creationId="{BB70C15C-10F9-4EC1-97FA-2B4971AEF5B6}"/>
          </ac:picMkLst>
        </pc:picChg>
        <pc:picChg chg="add mod">
          <ac:chgData name="Roth Michael" userId="7e87037c-c18e-431e-8be4-0058b3a0bd26" providerId="ADAL" clId="{38636705-6887-4998-A425-8F90B230AB08}" dt="2026-04-20T15:03:23.289" v="2406"/>
          <ac:picMkLst>
            <pc:docMk/>
            <pc:sldMk cId="3392743587" sldId="292"/>
            <ac:picMk id="20" creationId="{E49482D6-F8D9-44F8-8064-ED0537CE89E0}"/>
          </ac:picMkLst>
        </pc:picChg>
      </pc:sldChg>
      <pc:sldChg chg="addSp delSp modSp add del mod">
        <pc:chgData name="Roth Michael" userId="7e87037c-c18e-431e-8be4-0058b3a0bd26" providerId="ADAL" clId="{38636705-6887-4998-A425-8F90B230AB08}" dt="2026-04-20T15:30:19.650" v="2416" actId="47"/>
        <pc:sldMkLst>
          <pc:docMk/>
          <pc:sldMk cId="1622084002" sldId="293"/>
        </pc:sldMkLst>
        <pc:picChg chg="del">
          <ac:chgData name="Roth Michael" userId="7e87037c-c18e-431e-8be4-0058b3a0bd26" providerId="ADAL" clId="{38636705-6887-4998-A425-8F90B230AB08}" dt="2026-04-20T15:29:27.921" v="2408" actId="478"/>
          <ac:picMkLst>
            <pc:docMk/>
            <pc:sldMk cId="1622084002" sldId="293"/>
            <ac:picMk id="3" creationId="{916AF071-CD4A-4AB3-A4EC-CDBFD4E71A88}"/>
          </ac:picMkLst>
        </pc:picChg>
        <pc:picChg chg="add mod ord">
          <ac:chgData name="Roth Michael" userId="7e87037c-c18e-431e-8be4-0058b3a0bd26" providerId="ADAL" clId="{38636705-6887-4998-A425-8F90B230AB08}" dt="2026-04-20T15:30:09.308" v="2415" actId="167"/>
          <ac:picMkLst>
            <pc:docMk/>
            <pc:sldMk cId="1622084002" sldId="293"/>
            <ac:picMk id="4" creationId="{4557FA51-DD47-41A7-B7DD-2AEDB4BEEEDF}"/>
          </ac:picMkLst>
        </pc:picChg>
      </pc:sldChg>
      <pc:sldMasterChg chg="modSldLayout">
        <pc:chgData name="Roth Michael" userId="7e87037c-c18e-431e-8be4-0058b3a0bd26" providerId="ADAL" clId="{38636705-6887-4998-A425-8F90B230AB08}" dt="2026-04-20T17:07:00.178" v="2721" actId="478"/>
        <pc:sldMasterMkLst>
          <pc:docMk/>
          <pc:sldMasterMk cId="2351087864" sldId="2147483648"/>
        </pc:sldMasterMkLst>
        <pc:sldLayoutChg chg="delSp mod">
          <pc:chgData name="Roth Michael" userId="7e87037c-c18e-431e-8be4-0058b3a0bd26" providerId="ADAL" clId="{38636705-6887-4998-A425-8F90B230AB08}" dt="2026-04-20T17:07:00.178" v="2721" actId="478"/>
          <pc:sldLayoutMkLst>
            <pc:docMk/>
            <pc:sldMasterMk cId="2351087864" sldId="2147483648"/>
            <pc:sldLayoutMk cId="2080594007" sldId="2147483654"/>
          </pc:sldLayoutMkLst>
          <pc:spChg chg="del">
            <ac:chgData name="Roth Michael" userId="7e87037c-c18e-431e-8be4-0058b3a0bd26" providerId="ADAL" clId="{38636705-6887-4998-A425-8F90B230AB08}" dt="2026-04-20T17:07:00.178" v="2721" actId="478"/>
            <ac:spMkLst>
              <pc:docMk/>
              <pc:sldMasterMk cId="2351087864" sldId="2147483648"/>
              <pc:sldLayoutMk cId="2080594007" sldId="2147483654"/>
              <ac:spMk id="6" creationId="{12F7A223-5DA4-4734-8438-D4B97A8086CB}"/>
            </ac:spMkLst>
          </pc:spChg>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radarChart>
        <c:radarStyle val="filled"/>
        <c:varyColors val="0"/>
        <c:ser>
          <c:idx val="0"/>
          <c:order val="0"/>
          <c:tx>
            <c:strRef>
              <c:f>Sheet1!$B$1</c:f>
              <c:strCache>
                <c:ptCount val="1"/>
                <c:pt idx="0">
                  <c:v>Theoretisch möglich (LLM)</c:v>
                </c:pt>
              </c:strCache>
            </c:strRef>
          </c:tx>
          <c:spPr>
            <a:solidFill>
              <a:srgbClr val="B8B2A7">
                <a:alpha val="55000"/>
              </a:srgbClr>
            </a:solidFill>
            <a:ln w="25400">
              <a:solidFill>
                <a:srgbClr val="B8B2A7"/>
              </a:solidFill>
            </a:ln>
          </c:spPr>
          <c:cat>
            <c:strRef>
              <c:f>Sheet1!$A$2:$A$23</c:f>
              <c:strCache>
                <c:ptCount val="22"/>
                <c:pt idx="0">
                  <c:v>Management</c:v>
                </c:pt>
                <c:pt idx="1">
                  <c:v>Wirtschaft &amp; Finanzen</c:v>
                </c:pt>
                <c:pt idx="2">
                  <c:v>Informatik &amp; Mathematik</c:v>
                </c:pt>
                <c:pt idx="3">
                  <c:v>Architektur &amp; Technik</c:v>
                </c:pt>
                <c:pt idx="4">
                  <c:v>Natur- &amp; Sozialwissenschaften</c:v>
                </c:pt>
                <c:pt idx="5">
                  <c:v>Soziale Dienste</c:v>
                </c:pt>
                <c:pt idx="6">
                  <c:v>Recht</c:v>
                </c:pt>
                <c:pt idx="7">
                  <c:v>Bildung &amp; Bibliothek</c:v>
                </c:pt>
                <c:pt idx="8">
                  <c:v>Kunst &amp; Medien</c:v>
                </c:pt>
                <c:pt idx="9">
                  <c:v>Gesundheitsberufe</c:v>
                </c:pt>
                <c:pt idx="10">
                  <c:v>Gesundheitsassistenz</c:v>
                </c:pt>
                <c:pt idx="11">
                  <c:v>Sicherheitsdienste</c:v>
                </c:pt>
                <c:pt idx="12">
                  <c:v>Gastronomie</c:v>
                </c:pt>
                <c:pt idx="13">
                  <c:v>Grünflächenpflege &amp; Reinigung</c:v>
                </c:pt>
                <c:pt idx="14">
                  <c:v>Körperpflege &amp; Betreuung</c:v>
                </c:pt>
                <c:pt idx="15">
                  <c:v>Vertrieb</c:v>
                </c:pt>
                <c:pt idx="16">
                  <c:v>Büro &amp; Verwaltung</c:v>
                </c:pt>
                <c:pt idx="17">
                  <c:v>Landwirtschaft</c:v>
                </c:pt>
                <c:pt idx="18">
                  <c:v>Bau</c:v>
                </c:pt>
                <c:pt idx="19">
                  <c:v>Installation &amp; Reparatur</c:v>
                </c:pt>
                <c:pt idx="20">
                  <c:v>Produktion</c:v>
                </c:pt>
                <c:pt idx="21">
                  <c:v>Transport</c:v>
                </c:pt>
              </c:strCache>
            </c:strRef>
          </c:cat>
          <c:val>
            <c:numRef>
              <c:f>Sheet1!$B$2:$B$23</c:f>
              <c:numCache>
                <c:formatCode>0%</c:formatCode>
                <c:ptCount val="22"/>
                <c:pt idx="0">
                  <c:v>0.91</c:v>
                </c:pt>
                <c:pt idx="1">
                  <c:v>0.94</c:v>
                </c:pt>
                <c:pt idx="2">
                  <c:v>0.94</c:v>
                </c:pt>
                <c:pt idx="3">
                  <c:v>0.85</c:v>
                </c:pt>
                <c:pt idx="4">
                  <c:v>0.77</c:v>
                </c:pt>
                <c:pt idx="5">
                  <c:v>0.51</c:v>
                </c:pt>
                <c:pt idx="6">
                  <c:v>0.89</c:v>
                </c:pt>
                <c:pt idx="7">
                  <c:v>0.62</c:v>
                </c:pt>
                <c:pt idx="8">
                  <c:v>0.84</c:v>
                </c:pt>
                <c:pt idx="9">
                  <c:v>0.6</c:v>
                </c:pt>
                <c:pt idx="10">
                  <c:v>0.29</c:v>
                </c:pt>
                <c:pt idx="11">
                  <c:v>0.32</c:v>
                </c:pt>
                <c:pt idx="12">
                  <c:v>0.17</c:v>
                </c:pt>
                <c:pt idx="13">
                  <c:v>0.04</c:v>
                </c:pt>
                <c:pt idx="14">
                  <c:v>0.18</c:v>
                </c:pt>
                <c:pt idx="15">
                  <c:v>0.62</c:v>
                </c:pt>
                <c:pt idx="16">
                  <c:v>0.9</c:v>
                </c:pt>
                <c:pt idx="17">
                  <c:v>0.16</c:v>
                </c:pt>
                <c:pt idx="18">
                  <c:v>0.17</c:v>
                </c:pt>
                <c:pt idx="19">
                  <c:v>0.18</c:v>
                </c:pt>
                <c:pt idx="20">
                  <c:v>0.19</c:v>
                </c:pt>
                <c:pt idx="21">
                  <c:v>0.12</c:v>
                </c:pt>
              </c:numCache>
            </c:numRef>
          </c:val>
          <c:extLst>
            <c:ext xmlns:c16="http://schemas.microsoft.com/office/drawing/2014/chart" uri="{C3380CC4-5D6E-409C-BE32-E72D297353CC}">
              <c16:uniqueId val="{00000000-7B3E-4998-B8C2-7BFED4E22395}"/>
            </c:ext>
          </c:extLst>
        </c:ser>
        <c:ser>
          <c:idx val="1"/>
          <c:order val="1"/>
          <c:tx>
            <c:strRef>
              <c:f>Sheet1!$C$1</c:f>
              <c:strCache>
                <c:ptCount val="1"/>
                <c:pt idx="0">
                  <c:v>Tatsächlich genutzt (Claude)</c:v>
                </c:pt>
              </c:strCache>
            </c:strRef>
          </c:tx>
          <c:spPr>
            <a:solidFill>
              <a:srgbClr val="F3A09F">
                <a:alpha val="90000"/>
              </a:srgbClr>
            </a:solidFill>
            <a:ln w="25400">
              <a:solidFill>
                <a:srgbClr val="F3A09F"/>
              </a:solidFill>
            </a:ln>
          </c:spPr>
          <c:cat>
            <c:strRef>
              <c:f>Sheet1!$A$2:$A$23</c:f>
              <c:strCache>
                <c:ptCount val="22"/>
                <c:pt idx="0">
                  <c:v>Management</c:v>
                </c:pt>
                <c:pt idx="1">
                  <c:v>Wirtschaft &amp; Finanzen</c:v>
                </c:pt>
                <c:pt idx="2">
                  <c:v>Informatik &amp; Mathematik</c:v>
                </c:pt>
                <c:pt idx="3">
                  <c:v>Architektur &amp; Technik</c:v>
                </c:pt>
                <c:pt idx="4">
                  <c:v>Natur- &amp; Sozialwissenschaften</c:v>
                </c:pt>
                <c:pt idx="5">
                  <c:v>Soziale Dienste</c:v>
                </c:pt>
                <c:pt idx="6">
                  <c:v>Recht</c:v>
                </c:pt>
                <c:pt idx="7">
                  <c:v>Bildung &amp; Bibliothek</c:v>
                </c:pt>
                <c:pt idx="8">
                  <c:v>Kunst &amp; Medien</c:v>
                </c:pt>
                <c:pt idx="9">
                  <c:v>Gesundheitsberufe</c:v>
                </c:pt>
                <c:pt idx="10">
                  <c:v>Gesundheitsassistenz</c:v>
                </c:pt>
                <c:pt idx="11">
                  <c:v>Sicherheitsdienste</c:v>
                </c:pt>
                <c:pt idx="12">
                  <c:v>Gastronomie</c:v>
                </c:pt>
                <c:pt idx="13">
                  <c:v>Grünflächenpflege &amp; Reinigung</c:v>
                </c:pt>
                <c:pt idx="14">
                  <c:v>Körperpflege &amp; Betreuung</c:v>
                </c:pt>
                <c:pt idx="15">
                  <c:v>Vertrieb</c:v>
                </c:pt>
                <c:pt idx="16">
                  <c:v>Büro &amp; Verwaltung</c:v>
                </c:pt>
                <c:pt idx="17">
                  <c:v>Landwirtschaft</c:v>
                </c:pt>
                <c:pt idx="18">
                  <c:v>Bau</c:v>
                </c:pt>
                <c:pt idx="19">
                  <c:v>Installation &amp; Reparatur</c:v>
                </c:pt>
                <c:pt idx="20">
                  <c:v>Produktion</c:v>
                </c:pt>
                <c:pt idx="21">
                  <c:v>Transport</c:v>
                </c:pt>
              </c:strCache>
            </c:strRef>
          </c:cat>
          <c:val>
            <c:numRef>
              <c:f>Sheet1!$C$2:$C$23</c:f>
              <c:numCache>
                <c:formatCode>0%</c:formatCode>
                <c:ptCount val="22"/>
                <c:pt idx="0">
                  <c:v>0.13</c:v>
                </c:pt>
                <c:pt idx="1">
                  <c:v>0.28</c:v>
                </c:pt>
                <c:pt idx="2">
                  <c:v>0.36</c:v>
                </c:pt>
                <c:pt idx="3">
                  <c:v>0.05</c:v>
                </c:pt>
                <c:pt idx="4">
                  <c:v>0.1</c:v>
                </c:pt>
                <c:pt idx="5">
                  <c:v>0.04</c:v>
                </c:pt>
                <c:pt idx="6">
                  <c:v>0.2</c:v>
                </c:pt>
                <c:pt idx="7">
                  <c:v>0.18</c:v>
                </c:pt>
                <c:pt idx="8">
                  <c:v>0.19</c:v>
                </c:pt>
                <c:pt idx="9">
                  <c:v>0.06</c:v>
                </c:pt>
                <c:pt idx="10">
                  <c:v>0.02</c:v>
                </c:pt>
                <c:pt idx="11">
                  <c:v>0.02</c:v>
                </c:pt>
                <c:pt idx="12">
                  <c:v>0.02</c:v>
                </c:pt>
                <c:pt idx="13">
                  <c:v>0.02</c:v>
                </c:pt>
                <c:pt idx="14">
                  <c:v>0.02</c:v>
                </c:pt>
                <c:pt idx="15">
                  <c:v>0.27</c:v>
                </c:pt>
                <c:pt idx="16">
                  <c:v>0.34</c:v>
                </c:pt>
                <c:pt idx="17">
                  <c:v>0.01</c:v>
                </c:pt>
                <c:pt idx="18">
                  <c:v>0.01</c:v>
                </c:pt>
                <c:pt idx="19">
                  <c:v>0.01</c:v>
                </c:pt>
                <c:pt idx="20">
                  <c:v>0.01</c:v>
                </c:pt>
                <c:pt idx="21">
                  <c:v>0.01</c:v>
                </c:pt>
              </c:numCache>
            </c:numRef>
          </c:val>
          <c:extLst>
            <c:ext xmlns:c16="http://schemas.microsoft.com/office/drawing/2014/chart" uri="{C3380CC4-5D6E-409C-BE32-E72D297353CC}">
              <c16:uniqueId val="{00000001-7B3E-4998-B8C2-7BFED4E22395}"/>
            </c:ext>
          </c:extLst>
        </c:ser>
        <c:dLbls>
          <c:showLegendKey val="0"/>
          <c:showVal val="0"/>
          <c:showCatName val="0"/>
          <c:showSerName val="0"/>
          <c:showPercent val="0"/>
          <c:showBubbleSize val="0"/>
        </c:dLbls>
        <c:axId val="2073612648"/>
        <c:axId val="-2112772216"/>
      </c:radarChart>
      <c:catAx>
        <c:axId val="2073612648"/>
        <c:scaling>
          <c:orientation val="minMax"/>
        </c:scaling>
        <c:delete val="0"/>
        <c:axPos val="b"/>
        <c:majorGridlines/>
        <c:numFmt formatCode="General" sourceLinked="1"/>
        <c:majorTickMark val="out"/>
        <c:minorTickMark val="none"/>
        <c:tickLblPos val="nextTo"/>
        <c:spPr>
          <a:ln>
            <a:solidFill>
              <a:srgbClr val="3A3836"/>
            </a:solidFill>
          </a:ln>
        </c:spPr>
        <c:txPr>
          <a:bodyPr/>
          <a:lstStyle/>
          <a:p>
            <a:pPr>
              <a:defRPr sz="1000"/>
            </a:pPr>
            <a:endParaRPr lang="de-DE"/>
          </a:p>
        </c:txPr>
        <c:crossAx val="-2112772216"/>
        <c:crosses val="autoZero"/>
        <c:auto val="1"/>
        <c:lblAlgn val="ctr"/>
        <c:lblOffset val="100"/>
        <c:noMultiLvlLbl val="0"/>
      </c:catAx>
      <c:valAx>
        <c:axId val="-2112772216"/>
        <c:scaling>
          <c:orientation val="minMax"/>
          <c:max val="1.0"/>
          <c:min val="0.0"/>
        </c:scaling>
        <c:delete val="0"/>
        <c:axPos val="l"/>
        <c:majorGridlines>
          <c:spPr>
            <a:ln w="9525">
              <a:solidFill>
                <a:srgbClr val="3A3836"/>
              </a:solidFill>
            </a:ln>
          </c:spPr>
        </c:majorGridlines>
        <c:numFmt formatCode="0%" sourceLinked="0"/>
        <c:majorTickMark val="cross"/>
        <c:minorTickMark val="none"/>
        <c:tickLblPos val="nextTo"/>
        <c:spPr>
          <a:ln>
            <a:noFill/>
          </a:ln>
        </c:spPr>
        <c:txPr>
          <a:bodyPr/>
          <a:lstStyle/>
          <a:p>
            <a:pPr>
              <a:defRPr sz="800">
                <a:solidFill>
                  <a:srgbClr val="9C978D"/>
                </a:solidFill>
              </a:defRPr>
            </a:pPr>
            <a:endParaRPr lang="de-DE"/>
          </a:p>
        </c:txPr>
        <c:crossAx val="2073612648"/>
        <c:crosses val="autoZero"/>
        <c:crossBetween val="between"/>
        <c:majorUnit val="0.2"/>
      </c:valAx>
    </c:plotArea>
    <c:legend>
      <c:legendPos val="b"/>
      <c:layout/>
      <c:overlay val="0"/>
      <c:txPr>
        <a:bodyPr/>
        <a:lstStyle/>
        <a:p>
          <a:pPr>
            <a:defRPr sz="1200"/>
          </a:pPr>
          <a:endParaRPr lang="de-DE"/>
        </a:p>
      </c:txPr>
    </c:legend>
    <c:plotVisOnly val="1"/>
    <c:dispBlanksAs val="gap"/>
    <c:showDLblsOverMax val="0"/>
  </c:chart>
  <c:txPr>
    <a:bodyPr/>
    <a:lstStyle/>
    <a:p>
      <a:pPr>
        <a:defRPr sz="1000">
          <a:solidFill>
            <a:srgbClr val="F4EFE4"/>
          </a:solidFill>
          <a:latin typeface="Inter"/>
        </a:defRPr>
      </a:pPr>
      <a:endParaRPr lang="de-DE"/>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radarChart>
        <c:radarStyle val="filled"/>
        <c:varyColors val="0"/>
        <c:ser>
          <c:idx val="0"/>
          <c:order val="0"/>
          <c:tx>
            <c:strRef>
              <c:f>Sheet1!$B$1</c:f>
              <c:strCache>
                <c:ptCount val="1"/>
                <c:pt idx="0">
                  <c:v>Nur Sprachmodelle (LLM)</c:v>
                </c:pt>
              </c:strCache>
            </c:strRef>
          </c:tx>
          <c:spPr>
            <a:solidFill>
              <a:srgbClr val="B8B2A7">
                <a:alpha val="55000"/>
              </a:srgbClr>
            </a:solidFill>
            <a:ln w="25400">
              <a:solidFill>
                <a:srgbClr val="B8B2A7"/>
              </a:solidFill>
            </a:ln>
          </c:spPr>
          <c:cat>
            <c:strRef>
              <c:f>Sheet1!$A$2:$A$23</c:f>
              <c:strCache>
                <c:ptCount val="22"/>
                <c:pt idx="0">
                  <c:v>Management</c:v>
                </c:pt>
                <c:pt idx="1">
                  <c:v>Wirtschaft &amp; Finanzen</c:v>
                </c:pt>
                <c:pt idx="2">
                  <c:v>Informatik &amp; Mathematik</c:v>
                </c:pt>
                <c:pt idx="3">
                  <c:v>Architektur &amp; Technik</c:v>
                </c:pt>
                <c:pt idx="4">
                  <c:v>Wissenschaft</c:v>
                </c:pt>
                <c:pt idx="5">
                  <c:v>Soziale Dienste</c:v>
                </c:pt>
                <c:pt idx="6">
                  <c:v>Recht</c:v>
                </c:pt>
                <c:pt idx="7">
                  <c:v>Bildung</c:v>
                </c:pt>
                <c:pt idx="8">
                  <c:v>Kunst, Design &amp; Medien</c:v>
                </c:pt>
                <c:pt idx="9">
                  <c:v>Gesundheitsberufe</c:v>
                </c:pt>
                <c:pt idx="10">
                  <c:v>Gesundheitsassistenz</c:v>
                </c:pt>
                <c:pt idx="11">
                  <c:v>Sicherheitsdienste</c:v>
                </c:pt>
                <c:pt idx="12">
                  <c:v>Gastronomie</c:v>
                </c:pt>
                <c:pt idx="13">
                  <c:v>Reinigung &amp; Instandhaltung</c:v>
                </c:pt>
                <c:pt idx="14">
                  <c:v>Körperpflege &amp; Betreuung</c:v>
                </c:pt>
                <c:pt idx="15">
                  <c:v>Vertrieb</c:v>
                </c:pt>
                <c:pt idx="16">
                  <c:v>Büro &amp; Verwaltung</c:v>
                </c:pt>
                <c:pt idx="17">
                  <c:v>Land- &amp; Forstwirtschaft</c:v>
                </c:pt>
                <c:pt idx="18">
                  <c:v>Bau &amp; Bergbau</c:v>
                </c:pt>
                <c:pt idx="19">
                  <c:v>Installation &amp; Reparatur</c:v>
                </c:pt>
                <c:pt idx="20">
                  <c:v>Produktion</c:v>
                </c:pt>
                <c:pt idx="21">
                  <c:v>Transport &amp; Logistik</c:v>
                </c:pt>
              </c:strCache>
            </c:strRef>
          </c:cat>
          <c:val>
            <c:numRef>
              <c:f>Sheet1!$B$2:$B$23</c:f>
              <c:numCache>
                <c:formatCode>0%</c:formatCode>
                <c:ptCount val="22"/>
                <c:pt idx="0">
                  <c:v>0.89</c:v>
                </c:pt>
                <c:pt idx="1">
                  <c:v>0.95</c:v>
                </c:pt>
                <c:pt idx="2">
                  <c:v>0.95</c:v>
                </c:pt>
                <c:pt idx="3">
                  <c:v>0.85</c:v>
                </c:pt>
                <c:pt idx="4">
                  <c:v>0.78</c:v>
                </c:pt>
                <c:pt idx="5">
                  <c:v>0.53</c:v>
                </c:pt>
                <c:pt idx="6">
                  <c:v>0.87</c:v>
                </c:pt>
                <c:pt idx="7">
                  <c:v>0.6</c:v>
                </c:pt>
                <c:pt idx="8">
                  <c:v>0.8</c:v>
                </c:pt>
                <c:pt idx="9">
                  <c:v>0.6</c:v>
                </c:pt>
                <c:pt idx="10">
                  <c:v>0.17</c:v>
                </c:pt>
                <c:pt idx="11">
                  <c:v>0.31</c:v>
                </c:pt>
                <c:pt idx="12">
                  <c:v>0.15</c:v>
                </c:pt>
                <c:pt idx="13">
                  <c:v>0.03</c:v>
                </c:pt>
                <c:pt idx="14">
                  <c:v>0.19</c:v>
                </c:pt>
                <c:pt idx="15">
                  <c:v>0.67</c:v>
                </c:pt>
                <c:pt idx="16">
                  <c:v>0.9</c:v>
                </c:pt>
                <c:pt idx="17">
                  <c:v>0.1</c:v>
                </c:pt>
                <c:pt idx="18">
                  <c:v>0.18</c:v>
                </c:pt>
                <c:pt idx="19">
                  <c:v>0.2</c:v>
                </c:pt>
                <c:pt idx="20">
                  <c:v>0.19</c:v>
                </c:pt>
                <c:pt idx="21">
                  <c:v>0.13</c:v>
                </c:pt>
              </c:numCache>
            </c:numRef>
          </c:val>
          <c:smooth val="0"/>
        </c:ser>
        <c:ser>
          <c:idx val="1"/>
          <c:order val="1"/>
          <c:tx>
            <c:strRef>
              <c:f>Sheet1!$C$1</c:f>
              <c:strCache>
                <c:ptCount val="1"/>
                <c:pt idx="0">
                  <c:v>LLM + Roboter</c:v>
                </c:pt>
              </c:strCache>
            </c:strRef>
          </c:tx>
          <c:spPr>
            <a:solidFill>
              <a:srgbClr val="F3A09F">
                <a:alpha val="40000"/>
              </a:srgbClr>
            </a:solidFill>
            <a:ln w="25400">
              <a:solidFill>
                <a:srgbClr val="F3A09F"/>
              </a:solidFill>
            </a:ln>
          </c:spPr>
          <c:cat>
            <c:strRef>
              <c:f>Sheet1!$A$2:$A$23</c:f>
              <c:strCache>
                <c:ptCount val="22"/>
                <c:pt idx="0">
                  <c:v>Management</c:v>
                </c:pt>
                <c:pt idx="1">
                  <c:v>Wirtschaft &amp; Finanzen</c:v>
                </c:pt>
                <c:pt idx="2">
                  <c:v>Informatik &amp; Mathematik</c:v>
                </c:pt>
                <c:pt idx="3">
                  <c:v>Architektur &amp; Technik</c:v>
                </c:pt>
                <c:pt idx="4">
                  <c:v>Wissenschaft</c:v>
                </c:pt>
                <c:pt idx="5">
                  <c:v>Soziale Dienste</c:v>
                </c:pt>
                <c:pt idx="6">
                  <c:v>Recht</c:v>
                </c:pt>
                <c:pt idx="7">
                  <c:v>Bildung</c:v>
                </c:pt>
                <c:pt idx="8">
                  <c:v>Kunst, Design &amp; Medien</c:v>
                </c:pt>
                <c:pt idx="9">
                  <c:v>Gesundheitsberufe</c:v>
                </c:pt>
                <c:pt idx="10">
                  <c:v>Gesundheitsassistenz</c:v>
                </c:pt>
                <c:pt idx="11">
                  <c:v>Sicherheitsdienste</c:v>
                </c:pt>
                <c:pt idx="12">
                  <c:v>Gastronomie</c:v>
                </c:pt>
                <c:pt idx="13">
                  <c:v>Reinigung &amp; Instandhaltung</c:v>
                </c:pt>
                <c:pt idx="14">
                  <c:v>Körperpflege &amp; Betreuung</c:v>
                </c:pt>
                <c:pt idx="15">
                  <c:v>Vertrieb</c:v>
                </c:pt>
                <c:pt idx="16">
                  <c:v>Büro &amp; Verwaltung</c:v>
                </c:pt>
                <c:pt idx="17">
                  <c:v>Land- &amp; Forstwirtschaft</c:v>
                </c:pt>
                <c:pt idx="18">
                  <c:v>Bau &amp; Bergbau</c:v>
                </c:pt>
                <c:pt idx="19">
                  <c:v>Installation &amp; Reparatur</c:v>
                </c:pt>
                <c:pt idx="20">
                  <c:v>Produktion</c:v>
                </c:pt>
                <c:pt idx="21">
                  <c:v>Transport &amp; Logistik</c:v>
                </c:pt>
              </c:strCache>
            </c:strRef>
          </c:cat>
          <c:val>
            <c:numRef>
              <c:f>Sheet1!$C$2:$C$23</c:f>
              <c:numCache>
                <c:formatCode>0%</c:formatCode>
                <c:ptCount val="22"/>
                <c:pt idx="0">
                  <c:v>0.91</c:v>
                </c:pt>
                <c:pt idx="1">
                  <c:v>0.95</c:v>
                </c:pt>
                <c:pt idx="2">
                  <c:v>0.98</c:v>
                </c:pt>
                <c:pt idx="3">
                  <c:v>0.91</c:v>
                </c:pt>
                <c:pt idx="4">
                  <c:v>0.9</c:v>
                </c:pt>
                <c:pt idx="5">
                  <c:v>0.53</c:v>
                </c:pt>
                <c:pt idx="6">
                  <c:v>0.87</c:v>
                </c:pt>
                <c:pt idx="7">
                  <c:v>0.64</c:v>
                </c:pt>
                <c:pt idx="8">
                  <c:v>0.84</c:v>
                </c:pt>
                <c:pt idx="9">
                  <c:v>0.68</c:v>
                </c:pt>
                <c:pt idx="10">
                  <c:v>0.46</c:v>
                </c:pt>
                <c:pt idx="11">
                  <c:v>0.61</c:v>
                </c:pt>
                <c:pt idx="12">
                  <c:v>0.88</c:v>
                </c:pt>
                <c:pt idx="13">
                  <c:v>0.7</c:v>
                </c:pt>
                <c:pt idx="14">
                  <c:v>0.42</c:v>
                </c:pt>
                <c:pt idx="15">
                  <c:v>0.9</c:v>
                </c:pt>
                <c:pt idx="16">
                  <c:v>0.98</c:v>
                </c:pt>
                <c:pt idx="17">
                  <c:v>0.83</c:v>
                </c:pt>
                <c:pt idx="18">
                  <c:v>0.76</c:v>
                </c:pt>
                <c:pt idx="19">
                  <c:v>0.52</c:v>
                </c:pt>
                <c:pt idx="20">
                  <c:v>0.89</c:v>
                </c:pt>
                <c:pt idx="21">
                  <c:v>0.91</c:v>
                </c:pt>
              </c:numCache>
            </c:numRef>
          </c:val>
          <c:smooth val="0"/>
        </c:ser>
        <c:axId val="2073612648"/>
        <c:axId val="-2112772216"/>
      </c:radarChart>
      <c:catAx>
        <c:axId val="2073612648"/>
        <c:scaling>
          <c:orientation val="minMax"/>
        </c:scaling>
        <c:delete val="0"/>
        <c:axPos val="b"/>
        <c:majorGridlines/>
        <c:numFmt formatCode="m/d/yy" sourceLinked="1"/>
        <c:majorTickMark val="out"/>
        <c:minorTickMark val="none"/>
        <c:tickLblPos val="nextTo"/>
        <c:spPr>
          <a:ln>
            <a:solidFill>
              <a:srgbClr val="3A3836"/>
            </a:solidFill>
          </a:ln>
        </c:spPr>
        <c:txPr>
          <a:bodyPr/>
          <a:lstStyle/>
          <a:p>
            <a:pPr>
              <a:defRPr sz="1000"/>
            </a:pPr>
          </a:p>
        </c:txPr>
        <c:crossAx val="-2112772216"/>
        <c:crosses val="autoZero"/>
        <c:auto val="1"/>
        <c:lblAlgn val="ctr"/>
        <c:lblOffset val="100"/>
        <c:noMultiLvlLbl val="0"/>
      </c:catAx>
      <c:valAx>
        <c:axId val="-2112772216"/>
        <c:scaling>
          <c:orientation val="minMax"/>
          <c:max val="1.0"/>
          <c:min val="0.0"/>
        </c:scaling>
        <c:delete val="0"/>
        <c:axPos val="l"/>
        <c:majorGridlines>
          <c:spPr>
            <a:ln w="9525">
              <a:solidFill>
                <a:srgbClr val="3A3836"/>
              </a:solidFill>
            </a:ln>
          </c:spPr>
        </c:majorGridlines>
        <c:numFmt formatCode="0%" sourceLinked="0"/>
        <c:majorTickMark val="cross"/>
        <c:minorTickMark val="none"/>
        <c:tickLblPos val="nextTo"/>
        <c:spPr>
          <a:ln>
            <a:noFill/>
          </a:ln>
        </c:spPr>
        <c:txPr>
          <a:bodyPr/>
          <a:lstStyle/>
          <a:p>
            <a:pPr>
              <a:defRPr sz="800">
                <a:solidFill>
                  <a:srgbClr val="9C978D"/>
                </a:solidFill>
              </a:defRPr>
            </a:pPr>
          </a:p>
        </c:txPr>
        <c:crossAx val="2073612648"/>
        <c:crosses val="autoZero"/>
        <c:crossBetween val="between"/>
        <c:majorUnit val="0.2"/>
      </c:valAx>
    </c:plotArea>
    <c:legend>
      <c:legendPos val="b"/>
      <c:overlay val="0"/>
      <c:txPr>
        <a:bodyPr/>
        <a:lstStyle/>
        <a:p>
          <a:pPr>
            <a:defRPr sz="1200"/>
          </a:pPr>
        </a:p>
      </c:txPr>
    </c:legend>
    <c:plotVisOnly val="1"/>
    <c:dispBlanksAs val="gap"/>
    <c:showDLblsOverMax val="0"/>
  </c:chart>
  <c:txPr>
    <a:bodyPr/>
    <a:lstStyle/>
    <a:p>
      <a:pPr>
        <a:defRPr sz="1000">
          <a:solidFill>
            <a:srgbClr val="F4EFE4"/>
          </a:solidFill>
          <a:latin typeface="Inte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DE" dirty="0"/>
              <a:t>[0:00] Guten Morgen! Michael Roth, FH Kärnten. Ich forsche dazu, wie KI Innovations- und Arbeitsprozesse verändert.</a:t>
            </a:r>
          </a:p>
          <a:p>
            <a:r>
              <a:rPr lang="de-DE" dirty="0"/>
              <a:t>Meine Rolle heute: Ich bringe die wissenschaftliche Perspektive, also was Studien zeigen und wohin die Entwicklung geht. Wie das in der Praxis aussieht, hören Sie danach von Martin Kompan und Anton Kudrin.</a:t>
            </a:r>
          </a:p>
          <a:p>
            <a:r>
              <a:rPr lang="de-DE" dirty="0"/>
              <a:t>Ich sage jeweils dazu, was belegt ist und was meine Einordnung ist.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(ausgeblendet) – nur bei mehr als 15 Minuten Redezeit einblenden.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DE" dirty="0"/>
              <a:t>[0:30] Zwei kurze Fragen, bitte Hand heben.</a:t>
            </a:r>
          </a:p>
          <a:p>
            <a:r>
              <a:rPr lang="de-DE" dirty="0"/>
              <a:t>Erstens: Wer nutzt KI regelmäßig im Unternehmen? (warten, kommentieren: „Das sind viele.“)</a:t>
            </a:r>
          </a:p>
          <a:p>
            <a:r>
              <a:rPr lang="de-DE" dirty="0"/>
              <a:t>Zweitens: Wer setzt bereits KI-Agenten ein? (warten: „Deutlich weniger.“)</a:t>
            </a:r>
          </a:p>
          <a:p>
            <a:r>
              <a:rPr lang="de-DE" dirty="0"/>
              <a:t>Genau diese Lücke zwischen der ersten und der zweiten Frage ist heute unser Thema.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DE" dirty="0"/>
              <a:t>[2:45] Wo stehen die Betriebe? Drei Zahlen, alle belegt.</a:t>
            </a:r>
          </a:p>
          <a:p>
            <a:r>
              <a:rPr lang="de-DE" dirty="0"/>
              <a:t>30 % der österreichischen Unternehmen nutzen KI. 2021 waren es 9 %, wir liegen deutlich über dem EU-Schnitt von 20 %.</a:t>
            </a:r>
          </a:p>
          <a:p>
            <a:r>
              <a:rPr lang="de-DE" dirty="0"/>
              <a:t>In Ihrer Branche, Information und Consulting, sind es laut WKÖ-Umfrage vom April 44 %, und weitere 31 % testen oder planen.</a:t>
            </a:r>
          </a:p>
          <a:p>
            <a:r>
              <a:rPr lang="de-DE" dirty="0"/>
              <a:t>Bei Agenten sieht es anders aus: Weltweit skaliert laut McKinsey in keinem einzigen Unternehmensbereich mehr als jedes zehnte Unternehmen Agenten.</a:t>
            </a:r>
          </a:p>
          <a:p>
            <a:r>
              <a:rPr lang="de-DE" dirty="0"/>
              <a:t>Fazit: KI ist angekommen, aber als Chatbot. Der Agent steht noch vor der Tür.</a:t>
            </a:r>
          </a:p>
          <a:p>
            <a:r>
              <a:rPr lang="de-DE" dirty="0"/>
              <a:t>Rückfrage-Hinweise: Statistik Austria = ab 10 Beschäftigten, Erhebungsjahr 2025. WKÖ-Umfrage durch KMU Forschung Austria, Stichprobe nicht veröffentlicht. Bremsen laut derselben Umfrage: Datenschutz 46 %, unklare Rechtslage 39 %, fehlendes Know-how 34 %. Statistik Austria: 77 % der Nichtnutzer haben KI nie in Erwägung gezogen. McKinsey = global, überwiegend größere Unternehmen.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DE" dirty="0"/>
              <a:t>[1:15] Was ist eigentlich der Unterschied? Von unten nach oben:</a:t>
            </a:r>
          </a:p>
          <a:p>
            <a:r>
              <a:rPr lang="de-DE" dirty="0"/>
              <a:t>Der Chatbot antwortet. Ich frage, er antwortet, und jeden weiteren Schritt mache ich selbst.</a:t>
            </a:r>
          </a:p>
          <a:p>
            <a:r>
              <a:rPr lang="de-DE" dirty="0"/>
              <a:t>Der Agent handelt. Ich gebe ein Ziel vor, er plant, nutzt Werkzeuge, schreibt, sucht, bucht und liefert ein Ergebnis.</a:t>
            </a:r>
          </a:p>
          <a:p>
            <a:r>
              <a:rPr lang="de-DE" dirty="0"/>
              <a:t>Agentensysteme: mehrere Agenten mit verteilten Rollen, die zusammenarbeiten.</a:t>
            </a:r>
          </a:p>
          <a:p>
            <a:r>
              <a:rPr lang="de-DE" dirty="0"/>
              <a:t>Ganz oben AGI. (Pause) Sie strebt die Weltherrschaft an. Spaß beiseite: Das ist Spekulation, keine Realität.</a:t>
            </a:r>
          </a:p>
          <a:p>
            <a:r>
              <a:rPr lang="de-DE" dirty="0"/>
              <a:t>Merken Sie sich bitte ein Wort: handeln. Darum geht es heute.</a:t>
            </a:r>
          </a:p>
          <a:p>
            <a:r>
              <a:rPr lang="de-DE" dirty="0"/>
              <a:t>Rückfrage-Hinweis: Begriffe nach Sapkota et al. (2025), Information Fusion.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DE" dirty="0"/>
              <a:t>[8:00] Ab jetzt der Blick nach vorne, und das ist Einordnung, keine Gewissheit.</a:t>
            </a:r>
          </a:p>
          <a:p>
            <a:r>
              <a:rPr lang="de-DE" dirty="0"/>
              <a:t>Das Institut METR misst, wie lange Aufgaben sein dürfen, die KI-Agenten selbstständig erledigen, gemessen daran, wie lange ein Mensch dafür braucht.</a:t>
            </a:r>
          </a:p>
          <a:p>
            <a:r>
              <a:rPr lang="de-DE" dirty="0"/>
              <a:t>Diese Länge hat sich seit 2019 etwa alle 7 Monate verdoppelt, seit 2024 sogar etwa alle 3 Monate. Die besten Modelle schaffen heute Aufgaben von vielen Stunden.</a:t>
            </a:r>
          </a:p>
          <a:p>
            <a:r>
              <a:rPr lang="de-DE" dirty="0"/>
              <a:t>Das ist der Kern von „vom Chatbot zum Agenten“: nicht eine Antwort, sondern stundenlange Arbeit am Stück.</a:t>
            </a:r>
          </a:p>
          <a:p>
            <a:r>
              <a:rPr lang="de-DE" dirty="0"/>
              <a:t>Ehrlich dazugesagt: Software- und Forschungsaufgaben, bei 50 % Erfolgsquote. Ob der Trend anhält, weiß niemand.</a:t>
            </a:r>
          </a:p>
          <a:p>
            <a:r>
              <a:rPr lang="de-DE" dirty="0"/>
              <a:t>Rückfrage-Hinweise: METR, Time Horizon 1.1 (29.01.2026): 196 Tage Gesamttrend, 89 Tage seit 2024. Für den Trend seit 2024 nur wenige Modelle. Bei 80 % Erfolgsquote ist der Horizont deutlich kürzer.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DE" dirty="0"/>
              <a:t>[6:00] Was passiert, wenn Menschen mit KI arbeiten? Zwei der bekanntesten Feldexperimente.</a:t>
            </a:r>
          </a:p>
          <a:p>
            <a:r>
              <a:rPr lang="de-DE" dirty="0"/>
              <a:t>Erstens Boston Consulting Group mit Harvard: 758 Beraterinnen und Berater, zufällig mit oder ohne GPT-4. Bei Aufgaben, die die KI gut kann, war die Qualität über 40 % besser.</a:t>
            </a:r>
          </a:p>
          <a:p>
            <a:r>
              <a:rPr lang="de-DE" dirty="0"/>
              <a:t>Aber bei einer Aufgabe knapp jenseits dessen, was die KI kann, lagen die Berater mit KI um 19 Prozentpunkte seltener richtig. Sie haben der KI vertraut, wo sie es nicht hätten tun sollen.</a:t>
            </a:r>
          </a:p>
          <a:p>
            <a:r>
              <a:rPr lang="de-DE" dirty="0"/>
              <a:t>Die Forscher nennen das die gezackte Grenze: Man sieht von außen nicht, welche Aufgabe drinnen und welche draußen liegt.</a:t>
            </a:r>
          </a:p>
          <a:p>
            <a:r>
              <a:rPr lang="de-DE" dirty="0"/>
              <a:t>Zweitens Kundenservice, rund 5.000 Mitarbeitende: im Schnitt 14 % mehr gelöste Anfragen, bei Neulingen 34 %, bei den Erfahrensten kaum ein Effekt. Die KI gibt das Wissen der Besten an die Neuen weiter.</a:t>
            </a:r>
          </a:p>
          <a:p>
            <a:r>
              <a:rPr lang="de-DE" dirty="0"/>
              <a:t>KI ist ein Lernbeschleuniger, aber man muss wissen, wo ihre Grenze liegt. Und das muss der Mensch vorher klären.</a:t>
            </a:r>
          </a:p>
          <a:p>
            <a:r>
              <a:rPr lang="de-DE" dirty="0"/>
              <a:t>Rückfrage-Hinweise: Dell'Acqua et al. (2026), Organization Science, DOI 10.1287/orsc.2025.21838. Brynjolfsson, Li &amp; Raymond (2025), QJE. Beide mit Assistenz-KI, nicht mit Agenten.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RESERVE (ausgeblendet) – eigenes Praxisbeispiel; nur bei Nachfrage einblenden. Praxisteil liegt bei Kompan/Kudrin.</a:t>
            </a:r>
          </a:p>
          <a:p/>
          <a:p>
            <a:r>
              <a:t>[1:30] Damit es nicht abstrakt bleibt – so arbeite ich selbst: Bei der Betreuung von Abschlussarbeiten prüft ein KI-Agent eingereichte Kapitel gegen unser Bewertungsraster und die Quellen und setzt Kommentare direkt ins Word-Dokument.</a:t>
            </a:r>
          </a:p>
          <a:p>
            <a:r>
              <a:t>Ich lese jeden Kommentar, streiche, ergänze – und die Bewertung mache ich. Das spart mir Zeit für das, was zählt: das Gespräch mit den Studierenden.</a:t>
            </a:r>
          </a:p>
          <a:p>
            <a:r>
              <a:t>TIPP: Hier wirkt ein echter Screenshot (anonymisiertes Word-Dokument mit Agenten-Kommentaren) stärker als die Kästen – gerne die Kästen durch den Screenshot ersetzen.</a:t>
            </a:r>
          </a:p>
          <a:p>
            <a:r>
              <a:t>BITTE PRÜFEN: Beschreibung an deinen tatsächlichen Ablauf anpassen.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DE" dirty="0"/>
              <a:t>[4:30] Wie groß ist die Lücke? Anthropic hat im März gemessen: Blau zeigt, was Sprachmodelle in einem Beruf theoretisch übernehmen könnten. Orange zeigt, wofür KI tatsächlich schon genutzt wird.</a:t>
            </a:r>
          </a:p>
          <a:p>
            <a:r>
              <a:rPr lang="de-DE" dirty="0"/>
              <a:t>Beispiel Informatik und Mathematik: 94 % wären möglich, genutzt werden 33 %. In vielen Berufen ist Orange fast null.</a:t>
            </a:r>
          </a:p>
          <a:p>
            <a:r>
              <a:rPr lang="de-DE" dirty="0"/>
              <a:t>Das Potenzial ist da, die Praxis hinkt hinterher.</a:t>
            </a:r>
          </a:p>
          <a:p>
            <a:r>
              <a:rPr lang="de-DE" dirty="0"/>
              <a:t>Ehrlich dazugesagt: US-Daten, gemessen an der Nutzung von Claude, und Anthropic ist ein Hersteller.</a:t>
            </a:r>
          </a:p>
          <a:p>
            <a:r>
              <a:rPr lang="de-DE" dirty="0"/>
              <a:t>Rückfrage-Hinweise: Dieselbe Studie findet keinen Anstieg der Arbeitslosigkeit in exponierten Berufen. Bei Jungen (22 bis 25) sinkt aber die Einstiegsrate in diese Berufe um rund 14 %, knapp signifikant. Büro und Verwaltung: theoretisch 90 %; genutzten Wert vor dem Vortrag in Figure 2 prüfen.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DE" dirty="0"/>
              <a:t>RESERVE (ausgeblendet, v7): nur bei Rückfrage zu Produktion, Handwerk oder Robotik einblenden.</a:t>
            </a:r>
          </a:p>
          <a:p>
            <a:r>
              <a:t>[1:30] Und die Welle reicht über den Bildschirm hinaus. Brandneu, vom 30. September 2026 – ebenfalls von Anthropic, aber eine ANDERE Studie: Jetzt kommen Roboter dazu.</a:t>
            </a:r>
          </a:p>
          <a:p>
            <a:r>
              <a:t>Blau: Was Sprachmodelle allein können – rund die Hälfte der Arbeitszeit. Orange: mit Robotern zusammen – 81 %. Schauen Sie auf Transport, Produktion, Reinigung: Dort machen Roboter den Unterschied.</a:t>
            </a:r>
          </a:p>
          <a:p>
            <a:r>
              <a:t>Und jetzt die Pointe: Roboter KÖNNTEN drei Viertel der körperlichen Aufgaben – aber nur bei 0,3 % sind sie heute günstiger als ein Mensch. Bei bisherigem Preisverfall dauert es rund 40 Jahre, bis es 10 % sind.</a:t>
            </a:r>
          </a:p>
          <a:p>
            <a:r>
              <a:t>Technisch möglich heißt nicht wirtschaftlich sinnvoll. Das gilt auch für Agenten: Was technisch geht, wird nicht automatisch eingesetzt – Kosten, Vertrauen und Verantwortung entscheiden mit.</a:t>
            </a:r>
          </a:p>
          <a:p>
            <a:r>
              <a:t>WICHTIG (nicht verwechseln): Die März-Grafik misst theoretisches Potenzial vs. tatsächliche Nutzung; diese Grafik misst LLMs vs. LLMs + Roboter. Keine Zeitreihe – nicht als „so hat es sich verändert“ verkaufen.</a:t>
            </a:r>
          </a:p>
          <a:p>
            <a:r>
              <a:t>„Exponiert“ heißt: Die Technik könnte einen großen Teil der Aufgabe erledigen – nicht, dass der Job wegfällt.</a:t>
            </a:r>
          </a:p>
          <a:p/>
          <a:p>
            <a:r>
              <a:t>ANIMATION (Klicks): Raster erscheint automatisch → Klick 1: blaue Fläche (nur Sprachmodelle) → Klick 2: orange Fläche (mit Robotern) → Klick 3: 81 % → Klick 4: 0,3 % + Fazit.</a:t>
            </a:r>
          </a:p>
          <a:p>
            <a:r>
              <a:t>Daten: aus Figure 6 der Studie digitalisiert (±2 Prozentpunkte); geprüft gegen die im Text genannten Werte (Sicherheitsdienste 31 % / 61 %, Transport &lt; 15 % / ~90 %, Büro ~100 %, Körperpflege ~40 %). Bearbeitbar über Rechtsklick → Daten bearbeiten. Originalabbildung liegt als PNG im Ordner.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DE" dirty="0"/>
              <a:t>RESERVE (ausgeblendet, v7): Inhalt ist in die Folie „Was sich beim Agenten ändert.“ eingeflossen.</a:t>
            </a:r>
          </a:p>
          <a:p>
            <a:r>
              <a:t>[1:15] Ehrlich gesagt – drei Haken, die auch die Forschung bestätigt:</a:t>
            </a:r>
          </a:p>
          <a:p>
            <a:r>
              <a:t>1) Agenten irren – und klingen dabei überzeugend. Genau das haben wir eben bei der „gezackten Grenze“ gesehen.</a:t>
            </a:r>
          </a:p>
          <a:p>
            <a:r>
              <a:t>2) Ein Agent, der handeln soll, braucht Zugänge: E-Mail, Systeme, Kundendaten. Das ist eine Frage von Datenschutz und Berechtigungen.</a:t>
            </a:r>
          </a:p>
          <a:p>
            <a:r>
              <a:t>3) Haften tut nicht der Agent, sondern das Unternehmen. Verantwortung lässt sich nicht an eine Software delegieren.</a:t>
            </a:r>
          </a:p>
          <a:p/>
          <a:p>
            <a:r>
              <a:t>EU AI Act, Art. 4 (KI-Kompetenz): gilt seit 2. Februar 2025 für alle, die KI einsetzen – auch KMU. Durch den „Digital Omnibus“ (Verordnung (EU) 2026/1744, im Amtsblatt veröffentlicht am 24.07.2026, in Kraft seit 27.07.2026) abgeschwächt: statt KI-Kompetenz „sicherzustellen“ müssen Unternehmen jetzt „Maßnahmen ergreifen, um ihre Entwicklung zu unterstützen“. Dokumentieren ist nicht ausdrücklich vorgeschrieben, aber sinnvoll als Nachweis.</a:t>
            </a:r>
          </a:p>
          <a:p>
            <a:r>
              <a:t>Hochrisiko-Pflichten verschoben: Anhang III auf 2. Dezember 2027, Anhang I auf 2. August 2028. Transparenzpflichten (Art. 50) gelten weiterhin ab 2. August 2026.</a:t>
            </a:r>
          </a:p>
          <a:p>
            <a:r>
              <a:t>Geprüft am 06.10.2026: EUR-Lex (VO 2026/1744) und White &amp; Case Alert zum Omnibus.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DE" dirty="0"/>
              <a:t>[9:15] Wenn die KI immer länger allein arbeitet: Was bleibt dann beim Menschen?</a:t>
            </a:r>
          </a:p>
          <a:p>
            <a:r>
              <a:rPr lang="de-DE" dirty="0"/>
              <a:t>Meine Antwort ist das KI-Wirkquadrat aus meiner Forschung an der FH. Vier Hebel liegen beim Menschen, und zwar in dieser Reihenfolge:</a:t>
            </a:r>
          </a:p>
          <a:p>
            <a:r>
              <a:rPr lang="de-DE" dirty="0"/>
              <a:t>Aufgabe: Was genau soll erreicht werden, für wen, und wann ist es gut genug?</a:t>
            </a:r>
          </a:p>
          <a:p>
            <a:r>
              <a:rPr lang="de-DE" dirty="0"/>
              <a:t>Modell: Welches System passt zu dieser Aufgabe?</a:t>
            </a:r>
          </a:p>
          <a:p>
            <a:r>
              <a:rPr lang="de-DE" dirty="0"/>
              <a:t>Kontext: Was muss das System bekommen, das es nicht wissen kann?</a:t>
            </a:r>
          </a:p>
          <a:p>
            <a:r>
              <a:rPr lang="de-DE" dirty="0"/>
              <a:t>Prompt: Wie formuliere ich den Auftrag?</a:t>
            </a:r>
          </a:p>
          <a:p>
            <a:r>
              <a:rPr lang="de-DE" dirty="0"/>
              <a:t>Die Reihenfolge ist kein Zufall. Der Prompt kommt zuletzt, weil er nur in dem Raum wirkt, den die anderen drei lassen. Alle reden über Prompts. Aber ein guter Prompt rettet keine falsch gewählte Aufgabe.</a:t>
            </a:r>
          </a:p>
          <a:p>
            <a:r>
              <a:rPr lang="de-DE" dirty="0"/>
              <a:t>In der Mitte steht der Mensch, wie ein Dirigent: Er spielt keinen Ton, aber er bestimmt, was gespielt wird, und er beurteilt das Ergebnis. Dieses Bewerten ist kein fünfter Hebel. Die Hebel sind, was wir setzen. Das Bewerten ist, was wir schulden.</a:t>
            </a:r>
          </a:p>
          <a:p>
            <a:r>
              <a:rPr lang="de-DE" dirty="0"/>
              <a:t>Rückfrage-Hinweise: Roth (2026), The Impact Square, SSRN, DOI 10.2139/ssrn.7408718. Harte Grenze: Fehler bei der Aufgabe kann kein anderer Hebel ausgleichen; Modell, Kontext und Prompt gleichen sich nur teilweise aus. Jahani et al. (2026, Preprint, 3.750 Teilnehmende): Rund die Hälfte des Gewinns aus einem besseren Modell entstand erst durch angepasste Eingaben der Nutzer; automatisches Prompt-Umschreiben ersetzte das nicht.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DE" dirty="0"/>
              <a:t>[13:15] Was heißt das für Sie? Keine Checkliste, sondern drei Fragen, die über die nächste Welle entscheiden.</a:t>
            </a:r>
          </a:p>
          <a:p>
            <a:r>
              <a:rPr lang="de-DE" dirty="0"/>
              <a:t>Erstens, die Aufgabe: Wo verläuft bei uns die Grenze, was KI gut kann, und wer kennt sie?</a:t>
            </a:r>
          </a:p>
          <a:p>
            <a:r>
              <a:rPr lang="de-DE" dirty="0"/>
              <a:t>Zweitens, die Verantwortung: Was würde ich nicht delegieren, auch nicht an einen sehr guten Agenten, und warum?</a:t>
            </a:r>
          </a:p>
          <a:p>
            <a:r>
              <a:rPr lang="de-DE" dirty="0"/>
              <a:t>Drittens, das Lernen: Wer lernt bei uns mit KI, und wer bleibt zurück? KI hebt vor allem Einsteiger. Gleichzeitig zeigen US-Daten, dass in KI-exponierten Berufen weniger Junge eingestellt werden. Für jeden Betrieb mit Lehrlingen ist das eine echte Frage.</a:t>
            </a:r>
          </a:p>
          <a:p>
            <a:r>
              <a:rPr lang="de-DE" dirty="0"/>
              <a:t>(Pause)</a:t>
            </a:r>
          </a:p>
          <a:p>
            <a:r>
              <a:rPr lang="de-DE" dirty="0"/>
              <a:t>KI macht den Job nicht für Sie, sondern mit Ihnen. Der Mensch steht im Zentrum aller Entscheidungen.</a:t>
            </a:r>
          </a:p>
          <a:p>
            <a:r>
              <a:rPr lang="de-DE" dirty="0"/>
              <a:t>Am Thementisch „Die nächste KI-Welle“ diskutieren wir gern weiter. Und wie das in der Praxis aussieht, zeigen jetzt Martin Kompan und Anton Kudrin. Danke!</a:t>
            </a:r>
          </a:p>
          <a:p>
            <a:r>
              <a:rPr lang="de-DE" dirty="0"/>
              <a:t>Rückfrage-Hinweise: Stanford Digital Economy Lab (12.08.2026): Junge (22 bis 25) in exponierten Berufen rund 19 % unter Erwartung, über weniger Einstellungen, deskriptiv. Skandinavische Registerdaten zeigen bisher keine Effekte. Fragenkatalog in `fragen-und-antworten.md`.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DE" dirty="0"/>
              <a:t>RESERVE (ausgeblendet, v7): Schlusssatz steht jetzt auf der Folie „Drei Fragen zum Mitnehmen“.</a:t>
            </a:r>
          </a:p>
          <a:p>
            <a:r>
              <a:t>[0:30] KI macht den Job nicht FÜR Sie – sondern MIT Ihnen. Nicht Mensch oder KI, sondern Mensch und KI.</a:t>
            </a:r>
          </a:p>
          <a:p>
            <a:r>
              <a:t>Danke! Übergabe an die nächsten Vortragenden.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Kontaktfolie – während der Übergabe stehen lassen.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DE" dirty="0"/>
              <a:t>[10:45] Und jetzt die entscheidende Frage: Was passiert mit diesen vier Hebeln, wenn aus dem Chatbot ein Agent wird?</a:t>
            </a:r>
          </a:p>
          <a:p>
            <a:r>
              <a:rPr lang="de-DE" dirty="0"/>
              <a:t>Die naheliegende Annahme: Der Agent übernimmt sie. Meine These: Nein. Die Hebel wandern nicht zur Maschine. Sie verändern ihre Form, und zwar in vier Richtungen.</a:t>
            </a:r>
          </a:p>
          <a:p>
            <a:r>
              <a:rPr lang="de-DE" dirty="0"/>
              <a:t>Häufigkeit: Beim Chatbot setze ich sie bei jeder Eingabe. Beim Agenten einmal, bei der Einrichtung.</a:t>
            </a:r>
          </a:p>
          <a:p>
            <a:r>
              <a:rPr lang="de-DE" dirty="0"/>
              <a:t>Reichweite: Beim Chatbot wirkt eine Einstellung auf eine Antwort. Beim Agenten auf eine ganze Kette von Handlungen.</a:t>
            </a:r>
          </a:p>
          <a:p>
            <a:r>
              <a:rPr lang="de-DE" dirty="0"/>
              <a:t>Sichtbarkeit: Beim Chatbot steht alles im Verlauf. Beim Agenten steckt es in einer Konfiguration, die man vielleicht wochenlang nicht mehr ansieht.</a:t>
            </a:r>
          </a:p>
          <a:p>
            <a:r>
              <a:rPr lang="de-DE" dirty="0"/>
              <a:t>Korrigierbarkeit: Beim Chatbot korrigiere ich in der nächsten Runde. Beim Agenten merke ich den Fehler später, und dann ist schwer zu sagen, woher er kam.</a:t>
            </a:r>
          </a:p>
          <a:p>
            <a:r>
              <a:rPr lang="de-DE" dirty="0"/>
              <a:t>Das Ergebnis: Beim Chatbot sind Fehler häufig, klein und korrigieren sich selbst. Beim Agenten sind sie selten, groß und werden spät entdeckt.</a:t>
            </a:r>
          </a:p>
          <a:p>
            <a:r>
              <a:rPr lang="de-DE" dirty="0"/>
              <a:t>Die Hebel wirken also stärker und sind schlechter sichtbar. Das ist das eigentliche Risiko agentischer Arbeit.</a:t>
            </a:r>
          </a:p>
          <a:p>
            <a:r>
              <a:rPr lang="de-DE" dirty="0"/>
              <a:t>Dazu ein ganz neues Experiment von Anthropic: Agenten haben für 201 Menschen Bücher getauscht. Das Ergebnis lag deutlich unter dem Möglichen. Woran lag es? Zu 85 % daran, dass der Agent nicht genau genug wusste, was die Menschen wollten. Nur zu 15 % am Verhandeln selbst. Nicht die Ausführung scheitert, sondern das Briefing.</a:t>
            </a:r>
          </a:p>
          <a:p>
            <a:r>
              <a:rPr lang="de-DE" dirty="0"/>
              <a:t>Deshalb gilt: Die Verantwortung sinkt nicht, nur weil das System besser wird. Ganz praktisch heißt das: Schreiben Sie auf, wie Ihr Agent eingestellt ist. Wer das nicht sagen kann, kann Fehler weder finden noch verantworten.</a:t>
            </a:r>
          </a:p>
          <a:p>
            <a:r>
              <a:rPr lang="de-DE" dirty="0"/>
              <a:t>Rückfrage-Hinweise: Tabelle 3 und Abschnitt 5.2 im Paper. Verantwortung gilt für die Einstellungen und das akzeptierte Ergebnis, nicht für jede Folge in einer langen Kette (Abschnitt 3.2). Project Swap, Anthropic, 24.09.2026: Herstellerstudie mit Anthropic-Beschäftigten. Ironie der Automatisierung (Bainbridge 1983): Je besser das System, desto wichtiger der verbleibende menschliche Beitrag. EU AI Act Art. 4: Maßnahmen zur KI-Kompetenz sind Pflicht, seit Omnibus ohne vorgeschriebenes Niveau.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01BC326F-7571-4EB5-9E3B-20CA2B450416}"/>
              </a:ext>
            </a:extLst>
          </p:cNvPr>
          <p:cNvSpPr/>
          <p:nvPr userDrawn="1"/>
        </p:nvSpPr>
        <p:spPr>
          <a:xfrm>
            <a:off x="112295" y="120316"/>
            <a:ext cx="11967410" cy="6617368"/>
          </a:xfrm>
          <a:prstGeom prst="rect">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a:extLst>
              <a:ext uri="{FF2B5EF4-FFF2-40B4-BE49-F238E27FC236}">
                <a16:creationId xmlns:a16="http://schemas.microsoft.com/office/drawing/2014/main" id="{846A8BFA-62F3-4FEF-B92E-836FDCD6920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5532" r="15914"/>
          <a:stretch/>
        </p:blipFill>
        <p:spPr>
          <a:xfrm>
            <a:off x="5880759" y="504667"/>
            <a:ext cx="6014207" cy="5848665"/>
          </a:xfrm>
          <a:prstGeom prst="rect">
            <a:avLst/>
          </a:prstGeom>
        </p:spPr>
      </p:pic>
      <p:sp>
        <p:nvSpPr>
          <p:cNvPr id="9" name="TextBox 5">
            <a:extLst>
              <a:ext uri="{FF2B5EF4-FFF2-40B4-BE49-F238E27FC236}">
                <a16:creationId xmlns:a16="http://schemas.microsoft.com/office/drawing/2014/main" id="{0D72BBF2-30E7-4AEA-B27E-8595F8AE6359}"/>
              </a:ext>
            </a:extLst>
          </p:cNvPr>
          <p:cNvSpPr txBox="1"/>
          <p:nvPr userDrawn="1"/>
        </p:nvSpPr>
        <p:spPr>
          <a:xfrm>
            <a:off x="598724" y="1688621"/>
            <a:ext cx="6400800" cy="2492990"/>
          </a:xfrm>
          <a:prstGeom prst="rect">
            <a:avLst/>
          </a:prstGeom>
          <a:noFill/>
        </p:spPr>
        <p:txBody>
          <a:bodyPr wrap="square">
            <a:spAutoFit/>
          </a:bodyPr>
          <a:lstStyle/>
          <a:p>
            <a:r>
              <a:rPr lang="de-DE" sz="5200" b="1" dirty="0">
                <a:solidFill>
                  <a:srgbClr val="F4EFE4"/>
                </a:solidFill>
                <a:latin typeface="Inter"/>
              </a:rPr>
              <a:t>KI macht den Job</a:t>
            </a:r>
          </a:p>
          <a:p>
            <a:r>
              <a:rPr lang="de-DE" sz="5200" b="1" dirty="0">
                <a:solidFill>
                  <a:srgbClr val="F4EFE4"/>
                </a:solidFill>
                <a:latin typeface="Inter"/>
              </a:rPr>
              <a:t>nicht </a:t>
            </a:r>
            <a:r>
              <a:rPr lang="de-DE" sz="5200" b="1" dirty="0">
                <a:solidFill>
                  <a:srgbClr val="F3A09F"/>
                </a:solidFill>
                <a:latin typeface="Inter"/>
              </a:rPr>
              <a:t>FÜR</a:t>
            </a:r>
            <a:r>
              <a:rPr lang="de-DE" sz="5200" b="1" dirty="0">
                <a:solidFill>
                  <a:srgbClr val="F4EFE4"/>
                </a:solidFill>
                <a:latin typeface="Inter"/>
              </a:rPr>
              <a:t> dich -</a:t>
            </a:r>
          </a:p>
          <a:p>
            <a:r>
              <a:rPr lang="de-DE" sz="5200" b="1" dirty="0">
                <a:solidFill>
                  <a:srgbClr val="F4EFE4"/>
                </a:solidFill>
                <a:latin typeface="Inter"/>
              </a:rPr>
              <a:t>sondern </a:t>
            </a:r>
            <a:r>
              <a:rPr lang="de-DE" sz="5200" b="1" dirty="0">
                <a:solidFill>
                  <a:srgbClr val="F3A09F"/>
                </a:solidFill>
                <a:latin typeface="Inter"/>
              </a:rPr>
              <a:t>MIT</a:t>
            </a:r>
            <a:r>
              <a:rPr lang="de-DE" sz="5200" b="1" dirty="0">
                <a:solidFill>
                  <a:srgbClr val="F4EFE4"/>
                </a:solidFill>
                <a:latin typeface="Inter"/>
              </a:rPr>
              <a:t> dir.</a:t>
            </a:r>
          </a:p>
        </p:txBody>
      </p:sp>
      <p:sp>
        <p:nvSpPr>
          <p:cNvPr id="10" name="TextBox 6">
            <a:extLst>
              <a:ext uri="{FF2B5EF4-FFF2-40B4-BE49-F238E27FC236}">
                <a16:creationId xmlns:a16="http://schemas.microsoft.com/office/drawing/2014/main" id="{C23A2A71-C93A-4733-8FE3-5EE42A5C4300}"/>
              </a:ext>
            </a:extLst>
          </p:cNvPr>
          <p:cNvSpPr txBox="1"/>
          <p:nvPr userDrawn="1"/>
        </p:nvSpPr>
        <p:spPr>
          <a:xfrm>
            <a:off x="598724" y="4181611"/>
            <a:ext cx="5486400" cy="338554"/>
          </a:xfrm>
          <a:prstGeom prst="rect">
            <a:avLst/>
          </a:prstGeom>
          <a:noFill/>
        </p:spPr>
        <p:txBody>
          <a:bodyPr wrap="square">
            <a:spAutoFit/>
          </a:bodyPr>
          <a:lstStyle/>
          <a:p>
            <a:pPr algn="l">
              <a:defRPr sz="1600" b="0">
                <a:solidFill>
                  <a:srgbClr val="8888A0"/>
                </a:solidFill>
                <a:latin typeface="Inter"/>
              </a:defRPr>
            </a:pPr>
            <a:r>
              <a:rPr lang="de-DE" dirty="0"/>
              <a:t>KI-Agenten brauchen Führung — keine Lizenzen.</a:t>
            </a:r>
          </a:p>
        </p:txBody>
      </p:sp>
      <p:sp>
        <p:nvSpPr>
          <p:cNvPr id="11" name="TextBox 7">
            <a:extLst>
              <a:ext uri="{FF2B5EF4-FFF2-40B4-BE49-F238E27FC236}">
                <a16:creationId xmlns:a16="http://schemas.microsoft.com/office/drawing/2014/main" id="{2284D5AF-1427-4308-9866-17F5500160D5}"/>
              </a:ext>
            </a:extLst>
          </p:cNvPr>
          <p:cNvSpPr txBox="1"/>
          <p:nvPr userDrawn="1"/>
        </p:nvSpPr>
        <p:spPr>
          <a:xfrm>
            <a:off x="598724" y="4965306"/>
            <a:ext cx="3657600" cy="307777"/>
          </a:xfrm>
          <a:prstGeom prst="rect">
            <a:avLst/>
          </a:prstGeom>
          <a:noFill/>
        </p:spPr>
        <p:txBody>
          <a:bodyPr wrap="square">
            <a:spAutoFit/>
          </a:bodyPr>
          <a:lstStyle/>
          <a:p>
            <a:pPr algn="l">
              <a:defRPr sz="1400" b="1">
                <a:solidFill>
                  <a:srgbClr val="F4EFE4"/>
                </a:solidFill>
                <a:latin typeface="Inter"/>
              </a:defRPr>
            </a:pPr>
            <a:r>
              <a:rPr lang="de-DE" dirty="0" b="1" sz="1000">
                <a:solidFill>
                  <a:srgbClr val="0A0A0A"/>
                </a:solidFill>
                <a:latin typeface="Inter"/>
              </a:rPr>
              <a:t>MICHAEL ROTH</a:t>
            </a:r>
          </a:p>
        </p:txBody>
      </p:sp>
      <p:sp>
        <p:nvSpPr>
          <p:cNvPr id="12" name="TextBox 8">
            <a:extLst>
              <a:ext uri="{FF2B5EF4-FFF2-40B4-BE49-F238E27FC236}">
                <a16:creationId xmlns:a16="http://schemas.microsoft.com/office/drawing/2014/main" id="{C71C5351-D302-48D3-9A17-5D7879CD8064}"/>
              </a:ext>
            </a:extLst>
          </p:cNvPr>
          <p:cNvSpPr txBox="1"/>
          <p:nvPr userDrawn="1"/>
        </p:nvSpPr>
        <p:spPr>
          <a:xfrm>
            <a:off x="598724" y="5253306"/>
            <a:ext cx="3657600" cy="276999"/>
          </a:xfrm>
          <a:prstGeom prst="rect">
            <a:avLst/>
          </a:prstGeom>
          <a:noFill/>
        </p:spPr>
        <p:txBody>
          <a:bodyPr wrap="square">
            <a:spAutoFit/>
          </a:bodyPr>
          <a:lstStyle/>
          <a:p>
            <a:pPr algn="l">
              <a:defRPr sz="1200" b="0">
                <a:solidFill>
                  <a:srgbClr val="F3A09F"/>
                </a:solidFill>
                <a:latin typeface="Inter"/>
              </a:defRPr>
            </a:pPr>
            <a:fld id="{B6F15528-21DE-4FAA-801E-634DDDAF4B2B}" type="slidenum">
              <a:rPr lang="de-DE" dirty="0" sz="1000" b="1">
                <a:solidFill>
                  <a:srgbClr val="0A0A0A"/>
                </a:solidFill>
              </a:rPr>
              <a:t>‹#›</a:t>
            </a:fld>
          </a:p>
        </p:txBody>
      </p:sp>
      <p:sp>
        <p:nvSpPr>
          <p:cNvPr id="13" name="TextBox 4">
            <a:extLst>
              <a:ext uri="{FF2B5EF4-FFF2-40B4-BE49-F238E27FC236}">
                <a16:creationId xmlns:a16="http://schemas.microsoft.com/office/drawing/2014/main" id="{09042087-27C5-479F-A902-D0709AA6EDA1}"/>
              </a:ext>
            </a:extLst>
          </p:cNvPr>
          <p:cNvSpPr txBox="1"/>
          <p:nvPr userDrawn="1"/>
        </p:nvSpPr>
        <p:spPr>
          <a:xfrm>
            <a:off x="678057" y="1328621"/>
            <a:ext cx="5486400" cy="230832"/>
          </a:xfrm>
          <a:prstGeom prst="rect">
            <a:avLst/>
          </a:prstGeom>
          <a:noFill/>
        </p:spPr>
        <p:txBody>
          <a:bodyPr wrap="square">
            <a:spAutoFit/>
          </a:bodyPr>
          <a:lstStyle/>
          <a:p>
            <a:pPr algn="l">
              <a:defRPr sz="900" b="1">
                <a:solidFill>
                  <a:srgbClr val="00D4AA"/>
                </a:solidFill>
                <a:latin typeface="Inter"/>
              </a:defRPr>
            </a:pPr>
            <a:r>
              <a:rPr dirty="0">
                <a:solidFill>
                  <a:srgbClr val="F3A09F"/>
                </a:solidFill>
              </a:rPr>
              <a:t>KEYNOTE  ·  WORKSHOP  ·  IMPULSVORTRAG</a:t>
            </a:r>
          </a:p>
        </p:txBody>
      </p:sp>
    </p:spTree>
    <p:extLst>
      <p:ext uri="{BB962C8B-B14F-4D97-AF65-F5344CB8AC3E}">
        <p14:creationId xmlns:p14="http://schemas.microsoft.com/office/powerpoint/2010/main" val="32016193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901" name="MR_Wortmarke"/>
          <p:cNvSpPr txBox="1"/>
          <p:nvPr userDrawn="1"/>
        </p:nvSpPr>
        <p:spPr>
          <a:xfrm>
            <a:off x="10927080" y="347472"/>
            <a:ext cx="777240" cy="411480"/>
          </a:xfrm>
          <a:prstGeom prst="rect">
            <a:avLst/>
          </a:prstGeom>
          <a:noFill/>
        </p:spPr>
        <p:txBody>
          <a:bodyPr wrap="none" lIns="0" tIns="0" rIns="0" bIns="0" anchor="t"/>
          <a:lstStyle/>
          <a:p>
            <a:pPr algn="r"/>
            <a:r>
              <a:rPr lang="de-AT" sz="2200" b="1">
                <a:solidFill>
                  <a:srgbClr val="F4EFE4"/>
                </a:solidFill>
                <a:latin typeface="Roboto Condensed"/>
              </a:rPr>
              <a:t>MR</a:t>
            </a:r>
            <a:r>
              <a:rPr lang="de-AT" sz="2200" b="1">
                <a:solidFill>
                  <a:srgbClr val="F3A09F"/>
                </a:solidFill>
                <a:latin typeface="Roboto Condensed"/>
              </a:rPr>
              <a:t>.</a:t>
            </a:r>
          </a:p>
        </p:txBody>
      </p:sp>
      <p:sp>
        <p:nvSpPr>
          <p:cNvPr id="2" name="Titel 1">
            <a:extLst>
              <a:ext uri="{FF2B5EF4-FFF2-40B4-BE49-F238E27FC236}">
                <a16:creationId xmlns:a16="http://schemas.microsoft.com/office/drawing/2014/main" id="{A9FA9E80-109A-48AA-843F-453794A1880E}"/>
              </a:ext>
            </a:extLst>
          </p:cNvPr>
          <p:cNvSpPr>
            <a:spLocks noGrp="1"/>
          </p:cNvSpPr>
          <p:nvPr>
            <p:ph type="title" hasCustomPrompt="1"/>
          </p:nvPr>
        </p:nvSpPr>
        <p:spPr>
          <a:xfrm>
            <a:off x="493714" y="616953"/>
            <a:ext cx="10515600" cy="636740"/>
          </a:xfrm>
          <a:prstGeom prst="rect">
            <a:avLst/>
          </a:prstGeom>
        </p:spPr>
        <p:txBody>
          <a:bodyPr/>
          <a:lstStyle>
            <a:lvl1pPr algn="l">
              <a:defRPr sz="4000">
                <a:solidFill>
                  <a:schemeClr val="bg1"/>
                </a:solidFill>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sz="4000" b="1" dirty="0" cap="all">
                <a:solidFill>
                  <a:srgbClr val="F4EFE4"/>
                </a:solidFill>
                <a:latin typeface="Roboto Condensed"/>
              </a:rPr>
              <a:t>Was euch </a:t>
            </a:r>
            <a:r>
              <a:rPr lang="de-DE" sz="4000" b="1" dirty="0" cap="all">
                <a:solidFill>
                  <a:srgbClr val="F3A09F"/>
                </a:solidFill>
                <a:latin typeface="Roboto Condensed"/>
              </a:rPr>
              <a:t>heute</a:t>
            </a:r>
            <a:r>
              <a:rPr lang="de-DE" sz="4000" b="1" dirty="0" cap="all">
                <a:solidFill>
                  <a:srgbClr val="F4EFE4"/>
                </a:solidFill>
                <a:latin typeface="Roboto Condensed"/>
              </a:rPr>
              <a:t> erwartet.</a:t>
            </a:r>
            <a:endParaRPr lang="de-DE" dirty="0"/>
          </a:p>
        </p:txBody>
      </p:sp>
      <p:sp>
        <p:nvSpPr>
          <p:cNvPr id="8" name="TextBox 20">
            <a:extLst>
              <a:ext uri="{FF2B5EF4-FFF2-40B4-BE49-F238E27FC236}">
                <a16:creationId xmlns:a16="http://schemas.microsoft.com/office/drawing/2014/main" id="{89E05F31-330F-40D2-8D46-B8BEC31C9E3C}"/>
              </a:ext>
            </a:extLst>
          </p:cNvPr>
          <p:cNvSpPr txBox="1"/>
          <p:nvPr userDrawn="1"/>
        </p:nvSpPr>
        <p:spPr>
          <a:xfrm>
            <a:off x="192452" y="6470849"/>
            <a:ext cx="2743200" cy="288000"/>
          </a:xfrm>
          <a:prstGeom prst="rect">
            <a:avLst/>
          </a:prstGeom>
          <a:noFill/>
        </p:spPr>
        <p:txBody>
          <a:bodyPr wrap="square">
            <a:spAutoFit/>
          </a:bodyPr>
          <a:lstStyle/>
          <a:p>
            <a:pPr algn="l">
              <a:defRPr sz="900" b="1">
                <a:solidFill>
                  <a:srgbClr val="0A0A0A"/>
                </a:solidFill>
                <a:latin typeface="Inter"/>
              </a:defRPr>
            </a:pPr>
            <a:r>
              <a:rPr dirty="0" b="1" sz="1000">
                <a:solidFill>
                  <a:srgbClr val="0A0A0A"/>
                </a:solidFill>
                <a:latin typeface="Inter"/>
              </a:rPr>
              <a:t>MICHAEL ROTH</a:t>
            </a:r>
          </a:p>
        </p:txBody>
      </p:sp>
      <p:sp>
        <p:nvSpPr>
          <p:cNvPr id="9" name="TextBox 21">
            <a:extLst>
              <a:ext uri="{FF2B5EF4-FFF2-40B4-BE49-F238E27FC236}">
                <a16:creationId xmlns:a16="http://schemas.microsoft.com/office/drawing/2014/main" id="{C1746923-FA84-4947-A4FA-24E3ADA29CC7}"/>
              </a:ext>
            </a:extLst>
          </p:cNvPr>
          <p:cNvSpPr txBox="1"/>
          <p:nvPr userDrawn="1"/>
        </p:nvSpPr>
        <p:spPr>
          <a:xfrm>
            <a:off x="10868525" y="6507127"/>
            <a:ext cx="1066693" cy="215444"/>
          </a:xfrm>
          <a:prstGeom prst="rect">
            <a:avLst/>
          </a:prstGeom>
          <a:noFill/>
        </p:spPr>
        <p:txBody>
          <a:bodyPr wrap="square">
            <a:spAutoFit/>
          </a:bodyPr>
          <a:lstStyle/>
          <a:p>
            <a:pPr algn="r">
              <a:defRPr sz="900" b="1">
                <a:solidFill>
                  <a:srgbClr val="0A0A0A"/>
                </a:solidFill>
                <a:latin typeface="Inter"/>
              </a:defRPr>
            </a:pPr>
            <a:fld id="{B6F15528-21DE-4FAA-801E-634DDDAF4B2B}" type="slidenum">
              <a:rPr dirty="0" sz="1000" b="1">
                <a:solidFill>
                  <a:srgbClr val="0A0A0A"/>
                </a:solidFill>
              </a:rPr>
              <a:t>‹#›</a:t>
            </a:fld>
          </a:p>
        </p:txBody>
      </p:sp>
    </p:spTree>
    <p:extLst>
      <p:ext uri="{BB962C8B-B14F-4D97-AF65-F5344CB8AC3E}">
        <p14:creationId xmlns:p14="http://schemas.microsoft.com/office/powerpoint/2010/main" val="20805940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5" name="TextBox 20">
            <a:extLst>
              <a:ext uri="{FF2B5EF4-FFF2-40B4-BE49-F238E27FC236}">
                <a16:creationId xmlns:a16="http://schemas.microsoft.com/office/drawing/2014/main" id="{E5DA8681-7106-4B85-8C87-C787C740744B}"/>
              </a:ext>
            </a:extLst>
          </p:cNvPr>
          <p:cNvSpPr txBox="1"/>
          <p:nvPr userDrawn="1"/>
        </p:nvSpPr>
        <p:spPr>
          <a:xfrm>
            <a:off x="192452" y="6470849"/>
            <a:ext cx="2743200" cy="288000"/>
          </a:xfrm>
          <a:prstGeom prst="rect">
            <a:avLst/>
          </a:prstGeom>
          <a:noFill/>
        </p:spPr>
        <p:txBody>
          <a:bodyPr wrap="square">
            <a:spAutoFit/>
          </a:bodyPr>
          <a:lstStyle/>
          <a:p>
            <a:pPr algn="l">
              <a:defRPr sz="900" b="1">
                <a:solidFill>
                  <a:srgbClr val="0A0A0A"/>
                </a:solidFill>
                <a:latin typeface="Inter"/>
              </a:defRPr>
            </a:pPr>
            <a:r>
              <a:rPr dirty="0" b="1" sz="1000">
                <a:solidFill>
                  <a:srgbClr val="0A0A0A"/>
                </a:solidFill>
                <a:latin typeface="Inter"/>
              </a:rPr>
              <a:t>MICHAEL ROTH</a:t>
            </a:r>
          </a:p>
        </p:txBody>
      </p:sp>
      <p:sp>
        <p:nvSpPr>
          <p:cNvPr id="6" name="TextBox 21">
            <a:extLst>
              <a:ext uri="{FF2B5EF4-FFF2-40B4-BE49-F238E27FC236}">
                <a16:creationId xmlns:a16="http://schemas.microsoft.com/office/drawing/2014/main" id="{C4B90BDC-9697-43A8-8D89-20F2E3771A5F}"/>
              </a:ext>
            </a:extLst>
          </p:cNvPr>
          <p:cNvSpPr txBox="1"/>
          <p:nvPr userDrawn="1"/>
        </p:nvSpPr>
        <p:spPr>
          <a:xfrm>
            <a:off x="10868525" y="6507127"/>
            <a:ext cx="1066693" cy="215444"/>
          </a:xfrm>
          <a:prstGeom prst="rect">
            <a:avLst/>
          </a:prstGeom>
          <a:noFill/>
        </p:spPr>
        <p:txBody>
          <a:bodyPr wrap="square">
            <a:spAutoFit/>
          </a:bodyPr>
          <a:lstStyle/>
          <a:p>
            <a:pPr algn="r">
              <a:defRPr sz="900" b="1">
                <a:solidFill>
                  <a:srgbClr val="0A0A0A"/>
                </a:solidFill>
                <a:latin typeface="Inter"/>
              </a:defRPr>
            </a:pPr>
            <a:fld id="{B6F15528-21DE-4FAA-801E-634DDDAF4B2B}" type="slidenum">
              <a:rPr dirty="0" sz="1000" b="1">
                <a:solidFill>
                  <a:srgbClr val="0A0A0A"/>
                </a:solidFill>
              </a:rPr>
              <a:t>‹#›</a:t>
            </a:fld>
          </a:p>
        </p:txBody>
      </p:sp>
    </p:spTree>
    <p:extLst>
      <p:ext uri="{BB962C8B-B14F-4D97-AF65-F5344CB8AC3E}">
        <p14:creationId xmlns:p14="http://schemas.microsoft.com/office/powerpoint/2010/main" val="31704884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1_Leer">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FC8DC428-AB2E-4898-A9F3-2944877DDB47}"/>
              </a:ext>
            </a:extLst>
          </p:cNvPr>
          <p:cNvSpPr/>
          <p:nvPr userDrawn="1"/>
        </p:nvSpPr>
        <p:spPr>
          <a:xfrm>
            <a:off x="112295" y="120316"/>
            <a:ext cx="11967410" cy="6617368"/>
          </a:xfrm>
          <a:prstGeom prst="rect">
            <a:avLst/>
          </a:prstGeom>
          <a:solidFill>
            <a:srgbClr val="7626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 name="TextBox 20">
            <a:extLst>
              <a:ext uri="{FF2B5EF4-FFF2-40B4-BE49-F238E27FC236}">
                <a16:creationId xmlns:a16="http://schemas.microsoft.com/office/drawing/2014/main" id="{E5DA8681-7106-4B85-8C87-C787C740744B}"/>
              </a:ext>
            </a:extLst>
          </p:cNvPr>
          <p:cNvSpPr txBox="1"/>
          <p:nvPr userDrawn="1"/>
        </p:nvSpPr>
        <p:spPr>
          <a:xfrm>
            <a:off x="192452" y="6470849"/>
            <a:ext cx="2743200" cy="288000"/>
          </a:xfrm>
          <a:prstGeom prst="rect">
            <a:avLst/>
          </a:prstGeom>
          <a:noFill/>
        </p:spPr>
        <p:txBody>
          <a:bodyPr wrap="square">
            <a:spAutoFit/>
          </a:bodyPr>
          <a:lstStyle/>
          <a:p>
            <a:pPr algn="l">
              <a:defRPr sz="900" b="1">
                <a:solidFill>
                  <a:srgbClr val="0A0A0A"/>
                </a:solidFill>
                <a:latin typeface="Inter"/>
              </a:defRPr>
            </a:pPr>
            <a:r>
              <a:rPr dirty="0" b="1" sz="1000">
                <a:solidFill>
                  <a:srgbClr val="0A0A0A"/>
                </a:solidFill>
                <a:latin typeface="Inter"/>
              </a:rPr>
              <a:t>MICHAEL ROTH</a:t>
            </a:r>
          </a:p>
        </p:txBody>
      </p:sp>
      <p:sp>
        <p:nvSpPr>
          <p:cNvPr id="6" name="TextBox 21">
            <a:extLst>
              <a:ext uri="{FF2B5EF4-FFF2-40B4-BE49-F238E27FC236}">
                <a16:creationId xmlns:a16="http://schemas.microsoft.com/office/drawing/2014/main" id="{C4B90BDC-9697-43A8-8D89-20F2E3771A5F}"/>
              </a:ext>
            </a:extLst>
          </p:cNvPr>
          <p:cNvSpPr txBox="1"/>
          <p:nvPr userDrawn="1"/>
        </p:nvSpPr>
        <p:spPr>
          <a:xfrm>
            <a:off x="10868525" y="6507127"/>
            <a:ext cx="1066693" cy="215444"/>
          </a:xfrm>
          <a:prstGeom prst="rect">
            <a:avLst/>
          </a:prstGeom>
          <a:noFill/>
        </p:spPr>
        <p:txBody>
          <a:bodyPr wrap="square">
            <a:spAutoFit/>
          </a:bodyPr>
          <a:lstStyle/>
          <a:p>
            <a:pPr algn="r">
              <a:defRPr sz="900" b="1">
                <a:solidFill>
                  <a:srgbClr val="0A0A0A"/>
                </a:solidFill>
                <a:latin typeface="Inter"/>
              </a:defRPr>
            </a:pPr>
            <a:fld id="{B6F15528-21DE-4FAA-801E-634DDDAF4B2B}" type="slidenum">
              <a:rPr dirty="0" sz="1000" b="1">
                <a:solidFill>
                  <a:srgbClr val="0A0A0A"/>
                </a:solidFill>
              </a:rPr>
              <a:t>‹#›</a:t>
            </a:fld>
          </a:p>
        </p:txBody>
      </p:sp>
    </p:spTree>
    <p:extLst>
      <p:ext uri="{BB962C8B-B14F-4D97-AF65-F5344CB8AC3E}">
        <p14:creationId xmlns:p14="http://schemas.microsoft.com/office/powerpoint/2010/main" val="408810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2_Leer">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75ACB1B7-AB5A-47E7-B1F8-C94D0AAF0F19}"/>
              </a:ext>
            </a:extLst>
          </p:cNvPr>
          <p:cNvSpPr/>
          <p:nvPr userDrawn="1"/>
        </p:nvSpPr>
        <p:spPr>
          <a:xfrm>
            <a:off x="112295" y="120316"/>
            <a:ext cx="11967410" cy="6617368"/>
          </a:xfrm>
          <a:prstGeom prst="rect">
            <a:avLst/>
          </a:prstGeom>
          <a:solidFill>
            <a:srgbClr val="00D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 name="TextBox 20">
            <a:extLst>
              <a:ext uri="{FF2B5EF4-FFF2-40B4-BE49-F238E27FC236}">
                <a16:creationId xmlns:a16="http://schemas.microsoft.com/office/drawing/2014/main" id="{E5DA8681-7106-4B85-8C87-C787C740744B}"/>
              </a:ext>
            </a:extLst>
          </p:cNvPr>
          <p:cNvSpPr txBox="1"/>
          <p:nvPr userDrawn="1"/>
        </p:nvSpPr>
        <p:spPr>
          <a:xfrm>
            <a:off x="192452" y="6470849"/>
            <a:ext cx="2743200" cy="288000"/>
          </a:xfrm>
          <a:prstGeom prst="rect">
            <a:avLst/>
          </a:prstGeom>
          <a:noFill/>
        </p:spPr>
        <p:txBody>
          <a:bodyPr wrap="square">
            <a:spAutoFit/>
          </a:bodyPr>
          <a:lstStyle/>
          <a:p>
            <a:pPr algn="l">
              <a:defRPr sz="900" b="1">
                <a:solidFill>
                  <a:srgbClr val="0A0A0A"/>
                </a:solidFill>
                <a:latin typeface="Inter"/>
              </a:defRPr>
            </a:pPr>
            <a:r>
              <a:rPr dirty="0" b="1" sz="1000">
                <a:solidFill>
                  <a:srgbClr val="0A0A0A"/>
                </a:solidFill>
                <a:latin typeface="Inter"/>
              </a:rPr>
              <a:t>MICHAEL ROTH</a:t>
            </a:r>
          </a:p>
        </p:txBody>
      </p:sp>
      <p:sp>
        <p:nvSpPr>
          <p:cNvPr id="6" name="TextBox 21">
            <a:extLst>
              <a:ext uri="{FF2B5EF4-FFF2-40B4-BE49-F238E27FC236}">
                <a16:creationId xmlns:a16="http://schemas.microsoft.com/office/drawing/2014/main" id="{C4B90BDC-9697-43A8-8D89-20F2E3771A5F}"/>
              </a:ext>
            </a:extLst>
          </p:cNvPr>
          <p:cNvSpPr txBox="1"/>
          <p:nvPr userDrawn="1"/>
        </p:nvSpPr>
        <p:spPr>
          <a:xfrm>
            <a:off x="10868525" y="6507127"/>
            <a:ext cx="1066693" cy="215444"/>
          </a:xfrm>
          <a:prstGeom prst="rect">
            <a:avLst/>
          </a:prstGeom>
          <a:noFill/>
        </p:spPr>
        <p:txBody>
          <a:bodyPr wrap="square">
            <a:spAutoFit/>
          </a:bodyPr>
          <a:lstStyle/>
          <a:p>
            <a:pPr algn="r">
              <a:defRPr sz="900" b="1">
                <a:solidFill>
                  <a:srgbClr val="0A0A0A"/>
                </a:solidFill>
                <a:latin typeface="Inter"/>
              </a:defRPr>
            </a:pPr>
            <a:fld id="{B6F15528-21DE-4FAA-801E-634DDDAF4B2B}" type="slidenum">
              <a:rPr dirty="0" sz="1000" b="1">
                <a:solidFill>
                  <a:srgbClr val="0A0A0A"/>
                </a:solidFill>
              </a:rPr>
              <a:t>‹#›</a:t>
            </a:fld>
          </a:p>
        </p:txBody>
      </p:sp>
    </p:spTree>
    <p:extLst>
      <p:ext uri="{BB962C8B-B14F-4D97-AF65-F5344CB8AC3E}">
        <p14:creationId xmlns:p14="http://schemas.microsoft.com/office/powerpoint/2010/main" val="201303699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EFE4"/>
        </a:solidFill>
        <a:effectLst/>
      </p:bgPr>
    </p:bg>
    <p:spTree>
      <p:nvGrpSpPr>
        <p:cNvPr id="1" name=""/>
        <p:cNvGrpSpPr/>
        <p:nvPr/>
      </p:nvGrpSpPr>
      <p:grpSpPr>
        <a:xfrm>
          <a:off x="0" y="0"/>
          <a:ext cx="0" cy="0"/>
          <a:chOff x="0" y="0"/>
          <a:chExt cx="0" cy="0"/>
        </a:xfrm>
      </p:grpSpPr>
      <p:sp>
        <p:nvSpPr>
          <p:cNvPr id="900" name="MR_Feld"/>
          <p:cNvSpPr/>
          <p:nvPr userDrawn="1"/>
        </p:nvSpPr>
        <p:spPr>
          <a:xfrm>
            <a:off x="182880" y="182880"/>
            <a:ext cx="11825935" cy="6263640"/>
          </a:xfrm>
          <a:prstGeom prst="roundRect">
            <a:avLst>
              <a:gd name="adj" fmla="val 3211"/>
            </a:avLst>
          </a:prstGeom>
          <a:solidFill>
            <a:srgbClr val="0A0A0A"/>
          </a:solidFill>
          <a:ln>
            <a:noFill/>
          </a:ln>
        </p:spPr>
        <p:txBody>
          <a:bodyPr/>
          <a:lstStyle/>
          <a:p>
            <a:endParaRPr lang="de-AT"/>
          </a:p>
        </p:txBody>
      </p:sp>
    </p:spTree>
    <p:extLst>
      <p:ext uri="{BB962C8B-B14F-4D97-AF65-F5344CB8AC3E}">
        <p14:creationId xmlns:p14="http://schemas.microsoft.com/office/powerpoint/2010/main" val="2351087864"/>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55" r:id="rId3"/>
    <p:sldLayoutId id="2147483656" r:id="rId4"/>
    <p:sldLayoutId id="2147483657"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 Id="rId3" Type="http://schemas.microsoft.com/office/2007/relationships/hdphoto" Target="../media/hdphoto1.wdp"/><Relationship Id="rId4" Type="http://schemas.openxmlformats.org/officeDocument/2006/relationships/image" Target="../media/image7.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jpeg"/><Relationship Id="rId3"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notesSlide" Target="../notesSlides/notesSlide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12.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jpe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hyperlink" Target="https://twitter.com/fhkaernten" TargetMode="External"/><Relationship Id="rId6" Type="http://schemas.openxmlformats.org/officeDocument/2006/relationships/image" Target="../media/image12.png"/><Relationship Id="rId7" Type="http://schemas.openxmlformats.org/officeDocument/2006/relationships/hyperlink" Target="https://www.youtube.com/user/fhkaernten" TargetMode="External"/><Relationship Id="rId8" Type="http://schemas.openxmlformats.org/officeDocument/2006/relationships/image" Target="../media/image13.png"/><Relationship Id="rId9" Type="http://schemas.openxmlformats.org/officeDocument/2006/relationships/hyperlink" Target="https://www.tiktok.com/@fhkaernten" TargetMode="External"/><Relationship Id="rId10" Type="http://schemas.openxmlformats.org/officeDocument/2006/relationships/image" Target="../media/image14.png"/><Relationship Id="rId11" Type="http://schemas.openxmlformats.org/officeDocument/2006/relationships/hyperlink" Target="https://www.instagram.com/fhkaernten/?hl=de" TargetMode="External"/><Relationship Id="rId12" Type="http://schemas.openxmlformats.org/officeDocument/2006/relationships/image" Target="../media/image15.png"/><Relationship Id="rId13" Type="http://schemas.openxmlformats.org/officeDocument/2006/relationships/hyperlink" Target="https://www.linkedin.com/checkpoint/challengesV2/AQFO6hq6dv7lWAAAAXMPEdOGEgIWI7R3wvWeSOBuH4fuc9AuMpFBmd6MBbdszNp8JqLDLszFLHV4AhivK9dqdJTM0iWxXwMRNg" TargetMode="External"/><Relationship Id="rId14" Type="http://schemas.openxmlformats.org/officeDocument/2006/relationships/image" Target="../media/image16.png"/><Relationship Id="rId15" Type="http://schemas.openxmlformats.org/officeDocument/2006/relationships/hyperlink" Target="https://de-de.facebook.com/FHKaerntenCUAS" TargetMode="External"/><Relationship Id="rId16" Type="http://schemas.openxmlformats.org/officeDocument/2006/relationships/image" Target="../media/image17.png"/><Relationship Id="rId17" Type="http://schemas.openxmlformats.org/officeDocument/2006/relationships/notesSlide" Target="../notesSlides/notesSlide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9"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916AF071-CD4A-4AB3-A4EC-CDBFD4E71A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6119" y="354899"/>
            <a:ext cx="11458010" cy="6148201"/>
          </a:xfrm>
          <a:prstGeom prst="rect">
            <a:avLst/>
          </a:prstGeom>
        </p:spPr>
      </p:pic>
      <p:sp>
        <p:nvSpPr>
          <p:cNvPr id="8" name="TextBox 5">
            <a:extLst>
              <a:ext uri="{FF2B5EF4-FFF2-40B4-BE49-F238E27FC236}">
                <a16:creationId xmlns:a16="http://schemas.microsoft.com/office/drawing/2014/main" id="{DAEB1B0D-1BD0-45D6-9748-552E2C4D869F}"/>
              </a:ext>
            </a:extLst>
          </p:cNvPr>
          <p:cNvSpPr txBox="1"/>
          <p:nvPr/>
        </p:nvSpPr>
        <p:spPr>
          <a:xfrm>
            <a:off x="598724" y="2162770"/>
            <a:ext cx="5486400" cy="1692771"/>
          </a:xfrm>
          <a:prstGeom prst="rect">
            <a:avLst/>
          </a:prstGeom>
          <a:noFill/>
        </p:spPr>
        <p:txBody>
          <a:bodyPr wrap="square">
            <a:spAutoFit/>
          </a:bodyPr>
          <a:lstStyle/>
          <a:p>
            <a:r>
              <a:rPr lang="de-DE" sz="5200" b="1" dirty="0" cap="all">
                <a:solidFill>
                  <a:srgbClr val="F4EFE4"/>
                </a:solidFill>
                <a:latin typeface="Roboto Condensed"/>
              </a:rPr>
              <a:t>Vom </a:t>
            </a:r>
            <a:r>
              <a:rPr lang="de-DE" sz="5200" b="1" dirty="0" cap="all">
                <a:solidFill>
                  <a:srgbClr val="F3A09F"/>
                </a:solidFill>
                <a:latin typeface="Roboto Condensed"/>
              </a:rPr>
              <a:t>CHATBOT</a:t>
            </a:r>
            <a:r>
              <a:rPr lang="de-DE" sz="5200" b="1" dirty="0" cap="all">
                <a:solidFill>
                  <a:srgbClr val="F4EFE4"/>
                </a:solidFill>
                <a:latin typeface="Roboto Condensed"/>
              </a:rPr>
              <a:t> zum </a:t>
            </a:r>
            <a:r>
              <a:rPr lang="de-DE" sz="5200" b="1" dirty="0" cap="all">
                <a:solidFill>
                  <a:srgbClr val="F3A09F"/>
                </a:solidFill>
                <a:latin typeface="Roboto Condensed"/>
              </a:rPr>
              <a:t>KI AGENTEN</a:t>
            </a:r>
          </a:p>
        </p:txBody>
      </p:sp>
      <p:sp>
        <p:nvSpPr>
          <p:cNvPr id="9" name="TextBox 6">
            <a:extLst>
              <a:ext uri="{FF2B5EF4-FFF2-40B4-BE49-F238E27FC236}">
                <a16:creationId xmlns:a16="http://schemas.microsoft.com/office/drawing/2014/main" id="{F11C2461-C624-42D6-82BC-1ADDCD2DA3F7}"/>
              </a:ext>
            </a:extLst>
          </p:cNvPr>
          <p:cNvSpPr txBox="1"/>
          <p:nvPr/>
        </p:nvSpPr>
        <p:spPr>
          <a:xfrm>
            <a:off x="598724" y="3870000"/>
            <a:ext cx="5486400" cy="584775"/>
          </a:xfrm>
          <a:prstGeom prst="rect">
            <a:avLst/>
          </a:prstGeom>
          <a:noFill/>
        </p:spPr>
        <p:txBody>
          <a:bodyPr wrap="square">
            <a:spAutoFit/>
          </a:bodyPr>
          <a:lstStyle/>
          <a:p>
            <a:pPr algn="l">
              <a:defRPr sz="1600" b="0">
                <a:solidFill>
                  <a:srgbClr val="8888A0"/>
                </a:solidFill>
                <a:latin typeface="Inter"/>
              </a:defRPr>
            </a:pPr>
            <a:r>
              <a:rPr lang="de-DE" dirty="0">
                <a:solidFill>
                  <a:schemeClr val="bg1"/>
                </a:solidFill>
              </a:rPr>
              <a:t>Was die nächste KI-Welle für Unternehmen bedeutet</a:t>
            </a:r>
          </a:p>
        </p:txBody>
      </p:sp>
      <p:sp>
        <p:nvSpPr>
          <p:cNvPr id="10" name="TextBox 7">
            <a:extLst>
              <a:ext uri="{FF2B5EF4-FFF2-40B4-BE49-F238E27FC236}">
                <a16:creationId xmlns:a16="http://schemas.microsoft.com/office/drawing/2014/main" id="{8DD9827C-9B16-47BE-9C3C-3A556F098E5D}"/>
              </a:ext>
            </a:extLst>
          </p:cNvPr>
          <p:cNvSpPr txBox="1"/>
          <p:nvPr/>
        </p:nvSpPr>
        <p:spPr>
          <a:xfrm>
            <a:off x="598724" y="4320000"/>
            <a:ext cx="3657600" cy="307777"/>
          </a:xfrm>
          <a:prstGeom prst="rect">
            <a:avLst/>
          </a:prstGeom>
          <a:noFill/>
        </p:spPr>
        <p:txBody>
          <a:bodyPr wrap="square">
            <a:spAutoFit/>
          </a:bodyPr>
          <a:lstStyle/>
          <a:p>
            <a:pPr algn="l">
              <a:defRPr sz="1400" b="1">
                <a:solidFill>
                  <a:srgbClr val="F4EFE4"/>
                </a:solidFill>
                <a:latin typeface="Inter"/>
              </a:defRPr>
            </a:pPr>
            <a:r>
              <a:rPr lang="de-DE" dirty="0"/>
              <a:t>MICHAEL ROTH</a:t>
            </a:r>
          </a:p>
        </p:txBody>
      </p:sp>
      <p:sp>
        <p:nvSpPr>
          <p:cNvPr id="11" name="TextBox 8">
            <a:extLst>
              <a:ext uri="{FF2B5EF4-FFF2-40B4-BE49-F238E27FC236}">
                <a16:creationId xmlns:a16="http://schemas.microsoft.com/office/drawing/2014/main" id="{C8500A40-16AD-4D99-A4C5-1796F049642B}"/>
              </a:ext>
            </a:extLst>
          </p:cNvPr>
          <p:cNvSpPr txBox="1"/>
          <p:nvPr/>
        </p:nvSpPr>
        <p:spPr>
          <a:xfrm>
            <a:off x="598724" y="5014910"/>
            <a:ext cx="5407938" cy="1323439"/>
          </a:xfrm>
          <a:prstGeom prst="rect">
            <a:avLst/>
          </a:prstGeom>
          <a:noFill/>
        </p:spPr>
        <p:txBody>
          <a:bodyPr wrap="square">
            <a:spAutoFit/>
          </a:bodyPr>
          <a:lstStyle/>
          <a:p>
            <a:pPr algn="l">
              <a:defRPr sz="1200" b="0">
                <a:solidFill>
                  <a:srgbClr val="F3A09F"/>
                </a:solidFill>
                <a:latin typeface="Inter"/>
              </a:defRPr>
            </a:pPr>
            <a:r>
              <a:rPr lang="de-DE" sz="1000" dirty="0">
                <a:solidFill>
                  <a:schemeClr val="bg1"/>
                </a:solidFill>
              </a:rPr>
              <a:t>Business Frühstück</a:t>
            </a:r>
          </a:p>
          <a:p>
            <a:pPr algn="l">
              <a:defRPr sz="1200" b="0">
                <a:solidFill>
                  <a:srgbClr val="F3A09F"/>
                </a:solidFill>
                <a:latin typeface="Inter"/>
              </a:defRPr>
            </a:pPr>
            <a:endParaRPr lang="de-DE" sz="900" b="1" dirty="0">
              <a:solidFill>
                <a:schemeClr val="bg1"/>
              </a:solidFill>
            </a:endParaRPr>
          </a:p>
          <a:p>
            <a:pPr algn="l">
              <a:defRPr sz="1200" b="0">
                <a:solidFill>
                  <a:srgbClr val="F3A09F"/>
                </a:solidFill>
                <a:latin typeface="Inter"/>
              </a:defRPr>
            </a:pPr>
            <a:r>
              <a:rPr lang="de-DE" sz="1300" b="1" dirty="0">
                <a:solidFill>
                  <a:srgbClr val="F3A09F"/>
                </a:solidFill>
              </a:rPr>
              <a:t>KI-Agenten</a:t>
            </a:r>
          </a:p>
          <a:p>
            <a:pPr algn="l">
              <a:defRPr sz="1200" b="0">
                <a:solidFill>
                  <a:srgbClr val="F3A09F"/>
                </a:solidFill>
                <a:latin typeface="Inter"/>
              </a:defRPr>
            </a:pPr>
            <a:r>
              <a:rPr lang="de-DE" dirty="0">
                <a:solidFill>
                  <a:schemeClr val="bg1"/>
                </a:solidFill>
              </a:rPr>
              <a:t>WKO Kärnten | DIH SÜD | Fachgruppe UBIT</a:t>
            </a:r>
          </a:p>
          <a:p>
            <a:pPr>
              <a:defRPr sz="1200" b="0">
                <a:solidFill>
                  <a:srgbClr val="F3A09F"/>
                </a:solidFill>
                <a:latin typeface="Inter"/>
              </a:defRPr>
            </a:pPr>
            <a:endParaRPr lang="de-DE" dirty="0">
              <a:solidFill>
                <a:schemeClr val="bg1"/>
              </a:solidFill>
            </a:endParaRPr>
          </a:p>
          <a:p>
            <a:pPr>
              <a:defRPr sz="1200" b="0">
                <a:solidFill>
                  <a:srgbClr val="F3A09F"/>
                </a:solidFill>
                <a:latin typeface="Inter"/>
              </a:defRPr>
            </a:pPr>
            <a:r>
              <a:rPr lang="de-DE" dirty="0">
                <a:solidFill>
                  <a:schemeClr val="bg1"/>
                </a:solidFill>
              </a:rPr>
              <a:t>21. Oktober 2026 | WIFI Kärnten</a:t>
            </a:r>
          </a:p>
          <a:p>
            <a:pPr algn="l">
              <a:defRPr sz="1200" b="0">
                <a:solidFill>
                  <a:srgbClr val="F3A09F"/>
                </a:solidFill>
                <a:latin typeface="Inter"/>
              </a:defRPr>
            </a:pPr>
            <a:r>
              <a:rPr lang="de-DE" dirty="0" err="1">
                <a:solidFill>
                  <a:schemeClr val="bg1"/>
                </a:solidFill>
              </a:rPr>
              <a:t>Europaplatz 1, 9021 Klagenfurt am Wörthersee</a:t>
            </a:r>
          </a:p>
        </p:txBody>
      </p:sp>
      <p:sp>
        <p:nvSpPr>
          <p:cNvPr id="12" name="TextBox 4">
            <a:extLst>
              <a:ext uri="{FF2B5EF4-FFF2-40B4-BE49-F238E27FC236}">
                <a16:creationId xmlns:a16="http://schemas.microsoft.com/office/drawing/2014/main" id="{D770AE11-B795-4D93-932A-4E7D17DEB946}"/>
              </a:ext>
            </a:extLst>
          </p:cNvPr>
          <p:cNvSpPr txBox="1"/>
          <p:nvPr/>
        </p:nvSpPr>
        <p:spPr>
          <a:xfrm>
            <a:off x="678057" y="1903354"/>
            <a:ext cx="5486400" cy="230832"/>
          </a:xfrm>
          <a:prstGeom prst="rect">
            <a:avLst/>
          </a:prstGeom>
          <a:noFill/>
        </p:spPr>
        <p:txBody>
          <a:bodyPr wrap="square">
            <a:spAutoFit/>
          </a:bodyPr>
          <a:lstStyle/>
          <a:p>
            <a:pPr algn="l">
              <a:defRPr sz="900" b="1">
                <a:solidFill>
                  <a:srgbClr val="00D4AA"/>
                </a:solidFill>
                <a:latin typeface="Inter"/>
              </a:defRPr>
            </a:pPr>
            <a:r>
              <a:rPr dirty="0">
                <a:solidFill>
                  <a:srgbClr val="F3A09F"/>
                </a:solidFill>
              </a:rPr>
              <a:t>IMPULSVORTRAG</a:t>
            </a:r>
          </a:p>
        </p:txBody>
      </p:sp>
      <p:pic>
        <p:nvPicPr>
          <p:cNvPr id="5" name="Grafik 4">
            <a:extLst>
              <a:ext uri="{FF2B5EF4-FFF2-40B4-BE49-F238E27FC236}">
                <a16:creationId xmlns:a16="http://schemas.microsoft.com/office/drawing/2014/main" id="{6FB729E7-F8CF-495E-A295-8767D80345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52230" y="126454"/>
            <a:ext cx="2720140" cy="1246636"/>
          </a:xfrm>
          <a:prstGeom prst="rect">
            <a:avLst/>
          </a:prstGeom>
        </p:spPr>
      </p:pic>
      <p:pic>
        <p:nvPicPr>
          <p:cNvPr id="14" name="Grafik 13">
            <a:extLst>
              <a:ext uri="{FF2B5EF4-FFF2-40B4-BE49-F238E27FC236}">
                <a16:creationId xmlns:a16="http://schemas.microsoft.com/office/drawing/2014/main" id="{6CD2F705-E8DF-46E7-A3E7-3437D1D95C9E}"/>
              </a:ext>
            </a:extLst>
          </p:cNvPr>
          <p:cNvPicPr>
            <a:picLocks noChangeAspect="1"/>
          </p:cNvPicPr>
          <p:nvPr/>
        </p:nvPicPr>
        <p:blipFill>
          <a:blip r:embed="rId4">
            <a:grayscl/>
          </a:blip>
          <a:stretch>
            <a:fillRect/>
          </a:stretch>
        </p:blipFill>
        <p:spPr>
          <a:xfrm>
            <a:off x="7627026" y="5901085"/>
            <a:ext cx="1185898" cy="494124"/>
          </a:xfrm>
          <a:prstGeom prst="rect">
            <a:avLst/>
          </a:prstGeom>
        </p:spPr>
      </p:pic>
    </p:spTree>
    <p:extLst>
      <p:ext uri="{BB962C8B-B14F-4D97-AF65-F5344CB8AC3E}">
        <p14:creationId xmlns:p14="http://schemas.microsoft.com/office/powerpoint/2010/main" val="2354695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6" name="Gruppieren 5">
            <a:extLst>
              <a:ext uri="{FF2B5EF4-FFF2-40B4-BE49-F238E27FC236}">
                <a16:creationId xmlns:a16="http://schemas.microsoft.com/office/drawing/2014/main" id="{9A4AFD19-685E-42FA-B214-E364530D0E86}"/>
              </a:ext>
            </a:extLst>
          </p:cNvPr>
          <p:cNvGrpSpPr/>
          <p:nvPr/>
        </p:nvGrpSpPr>
        <p:grpSpPr>
          <a:xfrm>
            <a:off x="357051" y="357051"/>
            <a:ext cx="11487672" cy="6122129"/>
            <a:chOff x="357051" y="357051"/>
            <a:chExt cx="11487672" cy="6122129"/>
          </a:xfrm>
        </p:grpSpPr>
        <p:pic>
          <p:nvPicPr>
            <p:cNvPr id="2" name="Grafik 1">
              <a:extLst>
                <a:ext uri="{FF2B5EF4-FFF2-40B4-BE49-F238E27FC236}">
                  <a16:creationId xmlns:a16="http://schemas.microsoft.com/office/drawing/2014/main" id="{27FD4405-3C98-410A-BFC9-E8A9B184C5CA}"/>
                </a:ext>
              </a:extLst>
            </p:cNvPr>
            <p:cNvPicPr>
              <a:picLocks noChangeAspect="1"/>
            </p:cNvPicPr>
            <p:nvPr/>
          </p:nvPicPr>
          <p:blipFill rotWithShape="1">
            <a:blip r:embed="rId2">
              <a:extLst>
                <a:ext uri="{BEBA8EAE-BF5A-486C-A8C5-ECC9F3942E4B}">
                  <a14:imgProps xmlns:a14="http://schemas.microsoft.com/office/drawing/2010/main">
                    <a14:imgLayer r:embed="rId3">
                      <a14:imgEffect>
                        <a14:colorTemperature colorTemp="4700"/>
                      </a14:imgEffect>
                      <a14:imgEffect>
                        <a14:brightnessContrast bright="20000" contrast="20000"/>
                      </a14:imgEffect>
                    </a14:imgLayer>
                  </a14:imgProps>
                </a:ext>
                <a:ext uri="{28A0092B-C50C-407E-A947-70E740481C1C}">
                  <a14:useLocalDpi xmlns:a14="http://schemas.microsoft.com/office/drawing/2010/main" val="0"/>
                </a:ext>
              </a:extLst>
            </a:blip>
            <a:srcRect/>
            <a:stretch/>
          </p:blipFill>
          <p:spPr>
            <a:xfrm>
              <a:off x="357051" y="357051"/>
              <a:ext cx="11487672" cy="6122129"/>
            </a:xfrm>
            <a:prstGeom prst="rect">
              <a:avLst/>
            </a:prstGeom>
          </p:spPr>
        </p:pic>
        <p:pic>
          <p:nvPicPr>
            <p:cNvPr id="5" name="Grafik 4">
              <a:extLst>
                <a:ext uri="{FF2B5EF4-FFF2-40B4-BE49-F238E27FC236}">
                  <a16:creationId xmlns:a16="http://schemas.microsoft.com/office/drawing/2014/main" id="{C658055D-6241-475F-A8EB-84DA0D285D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03179" y="2209928"/>
              <a:ext cx="781442" cy="554356"/>
            </a:xfrm>
            <a:prstGeom prst="rect">
              <a:avLst/>
            </a:prstGeom>
          </p:spPr>
        </p:pic>
      </p:grpSp>
      <p:sp>
        <p:nvSpPr>
          <p:cNvPr id="3" name="Textfeld 2">
            <a:extLst>
              <a:ext uri="{FF2B5EF4-FFF2-40B4-BE49-F238E27FC236}">
                <a16:creationId xmlns:a16="http://schemas.microsoft.com/office/drawing/2014/main" id="{5EAF116B-D095-44B5-AF4E-3C901F5D08A2}"/>
              </a:ext>
            </a:extLst>
          </p:cNvPr>
          <p:cNvSpPr txBox="1"/>
          <p:nvPr/>
        </p:nvSpPr>
        <p:spPr>
          <a:xfrm>
            <a:off x="357051" y="682179"/>
            <a:ext cx="4876800" cy="1015663"/>
          </a:xfrm>
          <a:prstGeom prst="rect">
            <a:avLst/>
          </a:prstGeom>
          <a:noFill/>
        </p:spPr>
        <p:txBody>
          <a:bodyPr wrap="square">
            <a:spAutoFit/>
          </a:bodyPr>
          <a:lstStyle/>
          <a:p>
            <a:pPr marL="265113" defTabSz="179388">
              <a:tabLst>
                <a:tab pos="3405188" algn="l"/>
              </a:tabLst>
            </a:pPr>
            <a:r>
              <a:rPr lang="en-US" sz="6000" b="1" dirty="0">
                <a:solidFill>
                  <a:srgbClr val="F3A09F"/>
                </a:solidFill>
                <a:latin typeface="Inter" panose="00000500000000000000" pitchFamily="2" charset="0"/>
              </a:rPr>
              <a:t>“ROTHTRIP”</a:t>
            </a:r>
          </a:p>
        </p:txBody>
      </p:sp>
      <p:sp>
        <p:nvSpPr>
          <p:cNvPr id="4" name="Titel 1">
            <a:extLst>
              <a:ext uri="{FF2B5EF4-FFF2-40B4-BE49-F238E27FC236}">
                <a16:creationId xmlns:a16="http://schemas.microsoft.com/office/drawing/2014/main" id="{37362266-552A-4C18-B544-6963DFD0E688}"/>
              </a:ext>
            </a:extLst>
          </p:cNvPr>
          <p:cNvSpPr txBox="1">
            <a:spLocks/>
          </p:cNvSpPr>
          <p:nvPr/>
        </p:nvSpPr>
        <p:spPr>
          <a:xfrm>
            <a:off x="904645" y="2764284"/>
            <a:ext cx="4429355" cy="818011"/>
          </a:xfrm>
          <a:prstGeom prst="rect">
            <a:avLst/>
          </a:prstGeom>
          <a:noFill/>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8000" i="0" u="none" strike="noStrike" baseline="0" dirty="0" b="1" cap="all">
                <a:solidFill>
                  <a:schemeClr val="bg1"/>
                </a:solidFill>
                <a:latin typeface="Roboto Condensed" panose="020B0604020202020204" pitchFamily="2" charset="0"/>
              </a:rPr>
              <a:t>WARUM nur?</a:t>
            </a:r>
            <a:endParaRPr lang="de-DE" sz="8000" dirty="0">
              <a:solidFill>
                <a:schemeClr val="bg1"/>
              </a:solidFill>
              <a:latin typeface="Inter" panose="020B0604020202020204" pitchFamily="2" charset="0"/>
            </a:endParaRPr>
          </a:p>
          <a:p>
            <a:endParaRPr lang="de-DE" sz="8000" dirty="0">
              <a:solidFill>
                <a:schemeClr val="bg1"/>
              </a:solidFill>
              <a:latin typeface="Inter" panose="020B0604020202020204" pitchFamily="2" charset="0"/>
            </a:endParaRPr>
          </a:p>
        </p:txBody>
      </p:sp>
    </p:spTree>
    <p:extLst>
      <p:ext uri="{BB962C8B-B14F-4D97-AF65-F5344CB8AC3E}">
        <p14:creationId xmlns:p14="http://schemas.microsoft.com/office/powerpoint/2010/main" val="3531910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0412A8-C89B-4F44-8CFC-173A8F87B0E0}"/>
              </a:ext>
            </a:extLst>
          </p:cNvPr>
          <p:cNvSpPr>
            <a:spLocks noGrp="1"/>
          </p:cNvSpPr>
          <p:nvPr>
            <p:ph type="title"/>
          </p:nvPr>
        </p:nvSpPr>
        <p:spPr/>
        <p:txBody>
          <a:bodyPr/>
          <a:lstStyle/>
          <a:p>
            <a:pPr>
              <a:tabLst>
                <a:tab pos="2955925" algn="l"/>
              </a:tabLst>
            </a:pPr>
            <a:r>
              <a:rPr lang="de-DE" b="1" dirty="0" cap="all">
                <a:latin typeface="Roboto Condensed" panose="00000500000000000000" pitchFamily="2" charset="0"/>
              </a:rPr>
              <a:t>Kurze Frage</a:t>
            </a:r>
            <a:r>
              <a:rPr lang="de-DE" b="1" dirty="0" cap="all">
                <a:solidFill>
                  <a:srgbClr val="F3A09F"/>
                </a:solidFill>
                <a:latin typeface="Roboto Condensed" panose="00000500000000000000" pitchFamily="2" charset="0"/>
              </a:rPr>
              <a:t>.</a:t>
            </a:r>
          </a:p>
        </p:txBody>
      </p:sp>
      <p:sp>
        <p:nvSpPr>
          <p:cNvPr id="9" name="Q1L0">
            <a:extLst>
              <a:ext uri="{FF2B5EF4-FFF2-40B4-BE49-F238E27FC236}">
                <a16:creationId xmlns:a16="http://schemas.microsoft.com/office/drawing/2014/main" id="{EF8AC9F9-77DE-4EC2-B84D-67F606DA6AB1}"/>
              </a:ext>
            </a:extLst>
          </p:cNvPr>
          <p:cNvSpPr txBox="1"/>
          <p:nvPr/>
        </p:nvSpPr>
        <p:spPr>
          <a:xfrm>
            <a:off x="2126778" y="2640826"/>
            <a:ext cx="7846043" cy="553998"/>
          </a:xfrm>
          <a:prstGeom prst="rect">
            <a:avLst/>
          </a:prstGeom>
          <a:noFill/>
        </p:spPr>
        <p:txBody>
          <a:bodyPr wrap="square">
            <a:spAutoFit/>
          </a:bodyPr>
          <a:lstStyle/>
          <a:p>
            <a:pPr>
              <a:defRPr sz="2200" b="0">
                <a:solidFill>
                  <a:srgbClr val="F4EFE4"/>
                </a:solidFill>
                <a:latin typeface="Inter"/>
              </a:defRPr>
            </a:pPr>
            <a:r>
              <a:rPr lang="de-DE" sz="3000" dirty="0"/>
              <a:t>Wer nutzt KI regelmäßig im Unternehmen?</a:t>
            </a:r>
          </a:p>
        </p:txBody>
      </p:sp>
      <p:sp>
        <p:nvSpPr>
          <p:cNvPr id="13" name="Q2L0">
            <a:extLst>
              <a:ext uri="{FF2B5EF4-FFF2-40B4-BE49-F238E27FC236}">
                <a16:creationId xmlns:a16="http://schemas.microsoft.com/office/drawing/2014/main" id="{00CA273B-4022-4296-B28E-6A1DEDE32584}"/>
              </a:ext>
            </a:extLst>
          </p:cNvPr>
          <p:cNvSpPr txBox="1"/>
          <p:nvPr/>
        </p:nvSpPr>
        <p:spPr>
          <a:xfrm>
            <a:off x="2126778" y="3917849"/>
            <a:ext cx="6707820" cy="553998"/>
          </a:xfrm>
          <a:prstGeom prst="rect">
            <a:avLst/>
          </a:prstGeom>
          <a:noFill/>
        </p:spPr>
        <p:txBody>
          <a:bodyPr wrap="square">
            <a:spAutoFit/>
          </a:bodyPr>
          <a:lstStyle/>
          <a:p>
            <a:pPr>
              <a:defRPr sz="2200" b="0">
                <a:solidFill>
                  <a:srgbClr val="F4EFE4"/>
                </a:solidFill>
                <a:latin typeface="Inter"/>
              </a:defRPr>
            </a:pPr>
            <a:r>
              <a:rPr lang="de-DE" sz="3000" dirty="0"/>
              <a:t>Wer setzt bereits KI-Agenten ein?</a:t>
            </a:r>
          </a:p>
        </p:txBody>
      </p:sp>
      <p:sp>
        <p:nvSpPr>
          <p:cNvPr id="15" name="Hint">
            <a:extLst>
              <a:ext uri="{FF2B5EF4-FFF2-40B4-BE49-F238E27FC236}">
                <a16:creationId xmlns:a16="http://schemas.microsoft.com/office/drawing/2014/main" id="{D71DEA78-BE01-45F8-AB59-EE393F85134A}"/>
              </a:ext>
            </a:extLst>
          </p:cNvPr>
          <p:cNvSpPr txBox="1"/>
          <p:nvPr/>
        </p:nvSpPr>
        <p:spPr>
          <a:xfrm>
            <a:off x="3377691" y="861256"/>
            <a:ext cx="9425207" cy="307777"/>
          </a:xfrm>
          <a:prstGeom prst="rect">
            <a:avLst/>
          </a:prstGeom>
          <a:noFill/>
        </p:spPr>
        <p:txBody>
          <a:bodyPr wrap="square">
            <a:spAutoFit/>
          </a:bodyPr>
          <a:lstStyle/>
          <a:p>
            <a:pPr algn="l">
              <a:defRPr sz="1400" b="0">
                <a:solidFill>
                  <a:srgbClr val="0A0A0A"/>
                </a:solidFill>
                <a:latin typeface="Inter"/>
              </a:defRPr>
            </a:pPr>
            <a:r>
              <a:rPr lang="de-DE" dirty="0"/>
              <a:t>Bitte Hand heben.</a:t>
            </a:r>
          </a:p>
        </p:txBody>
      </p:sp>
      <p:pic>
        <p:nvPicPr>
          <p:cNvPr id="11" name="Grafik 10" descr="Hilfe mit einfarbiger Füllung">
            <a:extLst>
              <a:ext uri="{FF2B5EF4-FFF2-40B4-BE49-F238E27FC236}">
                <a16:creationId xmlns:a16="http://schemas.microsoft.com/office/drawing/2014/main" id="{040A862D-2076-4250-9817-79478CD4123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0063" y="2479887"/>
            <a:ext cx="795070" cy="795070"/>
          </a:xfrm>
          <a:prstGeom prst="rect">
            <a:avLst/>
          </a:prstGeom>
        </p:spPr>
      </p:pic>
      <p:pic>
        <p:nvPicPr>
          <p:cNvPr id="12" name="Grafik 11" descr="Hilfe mit einfarbiger Füllung">
            <a:extLst>
              <a:ext uri="{FF2B5EF4-FFF2-40B4-BE49-F238E27FC236}">
                <a16:creationId xmlns:a16="http://schemas.microsoft.com/office/drawing/2014/main" id="{289CDD92-B7F5-432C-8186-45AC3D93B80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0063" y="3797313"/>
            <a:ext cx="795070" cy="795070"/>
          </a:xfrm>
          <a:prstGeom prst="rect">
            <a:avLst/>
          </a:prstGeom>
        </p:spPr>
      </p:pic>
      <p:sp>
        <p:nvSpPr>
          <p:cNvPr id="10" name="STag">
            <a:extLst>
              <a:ext uri="{FF2B5EF4-FFF2-40B4-BE49-F238E27FC236}">
                <a16:creationId xmlns:a16="http://schemas.microsoft.com/office/drawing/2014/main" id="{842F6C34-E44B-45EF-BEDE-B8E3BAEF8C88}"/>
              </a:ext>
            </a:extLst>
          </p:cNvPr>
          <p:cNvSpPr txBox="1"/>
          <p:nvPr/>
        </p:nvSpPr>
        <p:spPr>
          <a:xfrm>
            <a:off x="493714" y="386121"/>
            <a:ext cx="3200000" cy="230832"/>
          </a:xfrm>
          <a:prstGeom prst="rect">
            <a:avLst/>
          </a:prstGeom>
          <a:noFill/>
        </p:spPr>
        <p:txBody>
          <a:bodyPr wrap="square">
            <a:spAutoFit/>
          </a:bodyPr>
          <a:lstStyle/>
          <a:p>
            <a:pPr algn="l">
              <a:defRPr sz="900" b="1">
                <a:solidFill>
                  <a:srgbClr val="F3A09F"/>
                </a:solidFill>
                <a:latin typeface="Inter"/>
              </a:defRPr>
            </a:pPr>
            <a:r>
              <a:rPr lang="de-DE" dirty="0"/>
              <a:t>START</a:t>
            </a:r>
            <a:endParaRPr dirty="0"/>
          </a:p>
        </p:txBody>
      </p:sp>
    </p:spTree>
    <p:extLst>
      <p:ext uri="{BB962C8B-B14F-4D97-AF65-F5344CB8AC3E}">
        <p14:creationId xmlns:p14="http://schemas.microsoft.com/office/powerpoint/2010/main" val="2415298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10" presetClass="entr" presetSubtype="0" fill="hold"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erminator head by ~BlackToe on deviantART">
            <a:extLst>
              <a:ext uri="{FF2B5EF4-FFF2-40B4-BE49-F238E27FC236}">
                <a16:creationId xmlns:a16="http://schemas.microsoft.com/office/drawing/2014/main" id="{F50600BD-3A96-4778-9075-04E65E91C3E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122" t="6130" r="33449" b="19038"/>
          <a:stretch/>
        </p:blipFill>
        <p:spPr bwMode="auto">
          <a:xfrm>
            <a:off x="4994378" y="1409584"/>
            <a:ext cx="757136" cy="1160152"/>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a:extLst>
              <a:ext uri="{FF2B5EF4-FFF2-40B4-BE49-F238E27FC236}">
                <a16:creationId xmlns:a16="http://schemas.microsoft.com/office/drawing/2014/main" id="{BC0412A8-C89B-4F44-8CFC-173A8F87B0E0}"/>
              </a:ext>
            </a:extLst>
          </p:cNvPr>
          <p:cNvSpPr>
            <a:spLocks noGrp="1"/>
          </p:cNvSpPr>
          <p:nvPr>
            <p:ph type="title"/>
          </p:nvPr>
        </p:nvSpPr>
        <p:spPr/>
        <p:txBody>
          <a:bodyPr/>
          <a:lstStyle/>
          <a:p>
            <a:pPr>
              <a:tabLst>
                <a:tab pos="2955925" algn="l"/>
              </a:tabLst>
            </a:pPr>
            <a:r>
              <a:rPr lang="de-DE" b="1" dirty="0" cap="all">
                <a:latin typeface="Roboto Condensed" panose="00000500000000000000" pitchFamily="2" charset="0"/>
              </a:rPr>
              <a:t>Vom Chatbot zum </a:t>
            </a:r>
            <a:r>
              <a:rPr lang="de-DE" b="1" dirty="0" cap="all">
                <a:solidFill>
                  <a:srgbClr val="F3A09F"/>
                </a:solidFill>
                <a:latin typeface="Roboto Condensed" panose="00000500000000000000" pitchFamily="2" charset="0"/>
              </a:rPr>
              <a:t>Agenten</a:t>
            </a:r>
            <a:r>
              <a:rPr lang="de-DE" b="1" dirty="0" cap="all">
                <a:latin typeface="Roboto Condensed" panose="00000500000000000000" pitchFamily="2" charset="0"/>
              </a:rPr>
              <a:t>.</a:t>
            </a:r>
          </a:p>
        </p:txBody>
      </p:sp>
      <p:sp>
        <p:nvSpPr>
          <p:cNvPr id="7" name="Rechteck 6">
            <a:extLst>
              <a:ext uri="{FF2B5EF4-FFF2-40B4-BE49-F238E27FC236}">
                <a16:creationId xmlns:a16="http://schemas.microsoft.com/office/drawing/2014/main" id="{0312C871-1693-4A08-9A1C-27D00B92B2E6}"/>
              </a:ext>
            </a:extLst>
          </p:cNvPr>
          <p:cNvSpPr/>
          <p:nvPr/>
        </p:nvSpPr>
        <p:spPr>
          <a:xfrm>
            <a:off x="2577550" y="1531590"/>
            <a:ext cx="6960915" cy="4640610"/>
          </a:xfrm>
          <a:prstGeom prst="rect">
            <a:avLst/>
          </a:prstGeom>
          <a:noFill/>
        </p:spPr>
        <p:txBody>
          <a:bodyPr/>
          <a:p/>
        </p:txBody>
      </p:sp>
      <p:sp>
        <p:nvSpPr>
          <p:cNvPr id="8" name="Freihandform: Form 7">
            <a:extLst>
              <a:ext uri="{FF2B5EF4-FFF2-40B4-BE49-F238E27FC236}">
                <a16:creationId xmlns:a16="http://schemas.microsoft.com/office/drawing/2014/main" id="{4677BA1F-6711-4852-B03E-CE473607C32D}"/>
              </a:ext>
            </a:extLst>
          </p:cNvPr>
          <p:cNvSpPr/>
          <p:nvPr/>
        </p:nvSpPr>
        <p:spPr>
          <a:xfrm>
            <a:off x="5187893" y="1531590"/>
            <a:ext cx="1740228" cy="1160152"/>
          </a:xfrm>
          <a:custGeom>
            <a:avLst/>
            <a:gdLst>
              <a:gd name="connsiteX0" fmla="*/ 0 w 1740228"/>
              <a:gd name="connsiteY0" fmla="*/ 1160152 h 1160152"/>
              <a:gd name="connsiteX1" fmla="*/ 870114 w 1740228"/>
              <a:gd name="connsiteY1" fmla="*/ 0 h 1160152"/>
              <a:gd name="connsiteX2" fmla="*/ 870114 w 1740228"/>
              <a:gd name="connsiteY2" fmla="*/ 0 h 1160152"/>
              <a:gd name="connsiteX3" fmla="*/ 1740228 w 1740228"/>
              <a:gd name="connsiteY3" fmla="*/ 1160152 h 1160152"/>
              <a:gd name="connsiteX4" fmla="*/ 0 w 1740228"/>
              <a:gd name="connsiteY4" fmla="*/ 1160152 h 1160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0228" h="1160152">
                <a:moveTo>
                  <a:pt x="0" y="1160152"/>
                </a:moveTo>
                <a:lnTo>
                  <a:pt x="870114" y="0"/>
                </a:lnTo>
                <a:lnTo>
                  <a:pt x="870114" y="0"/>
                </a:lnTo>
                <a:lnTo>
                  <a:pt x="1740228" y="1160152"/>
                </a:lnTo>
                <a:lnTo>
                  <a:pt x="0" y="1160152"/>
                </a:lnTo>
                <a:close/>
              </a:path>
            </a:pathLst>
          </a:custGeom>
          <a:solidFill>
            <a:schemeClr val="bg1">
              <a:lumMod val="65000"/>
            </a:schemeClr>
          </a:solidFill>
          <a:ln w="38100"/>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endParaRPr lang="de-DE" sz="2000" kern="1200" dirty="0">
              <a:solidFill>
                <a:schemeClr val="tx1"/>
              </a:solidFill>
              <a:latin typeface="Inter" panose="00000500000000000000" pitchFamily="2" charset="0"/>
            </a:endParaRPr>
          </a:p>
          <a:p>
            <a:pPr marL="0" lvl="0" indent="0" algn="ctr" defTabSz="666750">
              <a:lnSpc>
                <a:spcPct val="90000"/>
              </a:lnSpc>
              <a:spcBef>
                <a:spcPct val="0"/>
              </a:spcBef>
              <a:spcAft>
                <a:spcPct val="35000"/>
              </a:spcAft>
              <a:buNone/>
            </a:pPr>
            <a:r>
              <a:rPr lang="de-DE" sz="2000" kern="1200" dirty="0">
                <a:solidFill>
                  <a:schemeClr val="tx1"/>
                </a:solidFill>
                <a:latin typeface="Inter" panose="00000500000000000000" pitchFamily="2" charset="0"/>
              </a:rPr>
              <a:t>AGI</a:t>
            </a:r>
          </a:p>
        </p:txBody>
      </p:sp>
      <p:sp>
        <p:nvSpPr>
          <p:cNvPr id="9" name="Freihandform: Form 8">
            <a:extLst>
              <a:ext uri="{FF2B5EF4-FFF2-40B4-BE49-F238E27FC236}">
                <a16:creationId xmlns:a16="http://schemas.microsoft.com/office/drawing/2014/main" id="{CFBF7515-0AAD-45EF-8A38-F174B4CCC646}"/>
              </a:ext>
            </a:extLst>
          </p:cNvPr>
          <p:cNvSpPr/>
          <p:nvPr/>
        </p:nvSpPr>
        <p:spPr>
          <a:xfrm>
            <a:off x="4317778" y="2691742"/>
            <a:ext cx="3480457" cy="1160152"/>
          </a:xfrm>
          <a:custGeom>
            <a:avLst/>
            <a:gdLst>
              <a:gd name="connsiteX0" fmla="*/ 0 w 3480457"/>
              <a:gd name="connsiteY0" fmla="*/ 1160152 h 1160152"/>
              <a:gd name="connsiteX1" fmla="*/ 870114 w 3480457"/>
              <a:gd name="connsiteY1" fmla="*/ 0 h 1160152"/>
              <a:gd name="connsiteX2" fmla="*/ 2610343 w 3480457"/>
              <a:gd name="connsiteY2" fmla="*/ 0 h 1160152"/>
              <a:gd name="connsiteX3" fmla="*/ 3480457 w 3480457"/>
              <a:gd name="connsiteY3" fmla="*/ 1160152 h 1160152"/>
              <a:gd name="connsiteX4" fmla="*/ 0 w 3480457"/>
              <a:gd name="connsiteY4" fmla="*/ 1160152 h 1160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0457" h="1160152">
                <a:moveTo>
                  <a:pt x="0" y="1160152"/>
                </a:moveTo>
                <a:lnTo>
                  <a:pt x="870114" y="0"/>
                </a:lnTo>
                <a:lnTo>
                  <a:pt x="2610343" y="0"/>
                </a:lnTo>
                <a:lnTo>
                  <a:pt x="3480457" y="1160152"/>
                </a:lnTo>
                <a:lnTo>
                  <a:pt x="0" y="1160152"/>
                </a:lnTo>
                <a:close/>
              </a:path>
            </a:pathLst>
          </a:cu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lin ang="16200000" scaled="1"/>
            <a:tileRect/>
          </a:gradFill>
          <a:ln w="38100"/>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28130" tIns="19050" rIns="628130" bIns="19050" numCol="1" spcCol="1270" anchor="ctr" anchorCtr="0">
            <a:noAutofit/>
          </a:bodyPr>
          <a:lstStyle/>
          <a:p>
            <a:pPr marL="0" lvl="0" indent="0" algn="ctr" defTabSz="666750">
              <a:lnSpc>
                <a:spcPct val="90000"/>
              </a:lnSpc>
              <a:spcBef>
                <a:spcPct val="0"/>
              </a:spcBef>
              <a:spcAft>
                <a:spcPct val="35000"/>
              </a:spcAft>
              <a:buNone/>
            </a:pPr>
            <a:r>
              <a:rPr lang="de-DE" sz="2000" kern="1200" dirty="0">
                <a:solidFill>
                  <a:schemeClr val="tx1"/>
                </a:solidFill>
                <a:latin typeface="Inter" panose="00000500000000000000" pitchFamily="2" charset="0"/>
              </a:rPr>
              <a:t>Agentensystem</a:t>
            </a:r>
          </a:p>
        </p:txBody>
      </p:sp>
      <p:sp>
        <p:nvSpPr>
          <p:cNvPr id="10" name="Freihandform: Form 9">
            <a:extLst>
              <a:ext uri="{FF2B5EF4-FFF2-40B4-BE49-F238E27FC236}">
                <a16:creationId xmlns:a16="http://schemas.microsoft.com/office/drawing/2014/main" id="{1CA46FFA-50C8-4D99-9D1B-43F27E2FC08C}"/>
              </a:ext>
            </a:extLst>
          </p:cNvPr>
          <p:cNvSpPr/>
          <p:nvPr/>
        </p:nvSpPr>
        <p:spPr>
          <a:xfrm>
            <a:off x="3447664" y="3851894"/>
            <a:ext cx="5220686" cy="1160152"/>
          </a:xfrm>
          <a:custGeom>
            <a:avLst/>
            <a:gdLst>
              <a:gd name="connsiteX0" fmla="*/ 0 w 5220686"/>
              <a:gd name="connsiteY0" fmla="*/ 1160152 h 1160152"/>
              <a:gd name="connsiteX1" fmla="*/ 870114 w 5220686"/>
              <a:gd name="connsiteY1" fmla="*/ 0 h 1160152"/>
              <a:gd name="connsiteX2" fmla="*/ 4350572 w 5220686"/>
              <a:gd name="connsiteY2" fmla="*/ 0 h 1160152"/>
              <a:gd name="connsiteX3" fmla="*/ 5220686 w 5220686"/>
              <a:gd name="connsiteY3" fmla="*/ 1160152 h 1160152"/>
              <a:gd name="connsiteX4" fmla="*/ 0 w 5220686"/>
              <a:gd name="connsiteY4" fmla="*/ 1160152 h 1160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0686" h="1160152">
                <a:moveTo>
                  <a:pt x="0" y="1160152"/>
                </a:moveTo>
                <a:lnTo>
                  <a:pt x="870114" y="0"/>
                </a:lnTo>
                <a:lnTo>
                  <a:pt x="4350572" y="0"/>
                </a:lnTo>
                <a:lnTo>
                  <a:pt x="5220686" y="1160152"/>
                </a:lnTo>
                <a:lnTo>
                  <a:pt x="0" y="1160152"/>
                </a:lnTo>
                <a:close/>
              </a:path>
            </a:pathLst>
          </a:custGeom>
          <a:solidFill>
            <a:schemeClr val="accent2"/>
          </a:solidFill>
          <a:ln w="38100"/>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932670" tIns="19050" rIns="932670" bIns="19050" numCol="1" spcCol="1270" anchor="ctr" anchorCtr="0">
            <a:noAutofit/>
          </a:bodyPr>
          <a:lstStyle/>
          <a:p>
            <a:pPr marL="0" lvl="0" indent="0" algn="ctr" defTabSz="666750">
              <a:lnSpc>
                <a:spcPct val="90000"/>
              </a:lnSpc>
              <a:spcBef>
                <a:spcPct val="0"/>
              </a:spcBef>
              <a:spcAft>
                <a:spcPct val="35000"/>
              </a:spcAft>
              <a:buNone/>
            </a:pPr>
            <a:r>
              <a:rPr lang="de-DE" sz="2000" kern="1200" dirty="0">
                <a:solidFill>
                  <a:schemeClr val="tx1"/>
                </a:solidFill>
                <a:latin typeface="Inter" panose="00000500000000000000" pitchFamily="2" charset="0"/>
              </a:rPr>
              <a:t>Agenten</a:t>
            </a:r>
          </a:p>
        </p:txBody>
      </p:sp>
      <p:sp>
        <p:nvSpPr>
          <p:cNvPr id="11" name="Freihandform: Form 10">
            <a:extLst>
              <a:ext uri="{FF2B5EF4-FFF2-40B4-BE49-F238E27FC236}">
                <a16:creationId xmlns:a16="http://schemas.microsoft.com/office/drawing/2014/main" id="{B4B01082-0754-45DA-8B2E-EA86502CE3F1}"/>
              </a:ext>
            </a:extLst>
          </p:cNvPr>
          <p:cNvSpPr/>
          <p:nvPr/>
        </p:nvSpPr>
        <p:spPr>
          <a:xfrm>
            <a:off x="2577550" y="5012047"/>
            <a:ext cx="6960915" cy="1160152"/>
          </a:xfrm>
          <a:custGeom>
            <a:avLst/>
            <a:gdLst>
              <a:gd name="connsiteX0" fmla="*/ 0 w 6960915"/>
              <a:gd name="connsiteY0" fmla="*/ 1160152 h 1160152"/>
              <a:gd name="connsiteX1" fmla="*/ 870114 w 6960915"/>
              <a:gd name="connsiteY1" fmla="*/ 0 h 1160152"/>
              <a:gd name="connsiteX2" fmla="*/ 6090801 w 6960915"/>
              <a:gd name="connsiteY2" fmla="*/ 0 h 1160152"/>
              <a:gd name="connsiteX3" fmla="*/ 6960915 w 6960915"/>
              <a:gd name="connsiteY3" fmla="*/ 1160152 h 1160152"/>
              <a:gd name="connsiteX4" fmla="*/ 0 w 6960915"/>
              <a:gd name="connsiteY4" fmla="*/ 1160152 h 1160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0915" h="1160152">
                <a:moveTo>
                  <a:pt x="0" y="1160152"/>
                </a:moveTo>
                <a:lnTo>
                  <a:pt x="870114" y="0"/>
                </a:lnTo>
                <a:lnTo>
                  <a:pt x="6090801" y="0"/>
                </a:lnTo>
                <a:lnTo>
                  <a:pt x="6960915" y="1160152"/>
                </a:lnTo>
                <a:lnTo>
                  <a:pt x="0" y="1160152"/>
                </a:lnTo>
                <a:close/>
              </a:path>
            </a:pathLst>
          </a:custGeom>
          <a:solidFill>
            <a:schemeClr val="bg1">
              <a:lumMod val="65000"/>
            </a:schemeClr>
          </a:solidFill>
          <a:ln w="38100"/>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237210" tIns="19050" rIns="1237211" bIns="19050" numCol="1" spcCol="1270" anchor="ctr" anchorCtr="0">
            <a:noAutofit/>
          </a:bodyPr>
          <a:lstStyle/>
          <a:p>
            <a:pPr marL="0" lvl="0" indent="0" algn="ctr" defTabSz="666750">
              <a:lnSpc>
                <a:spcPct val="90000"/>
              </a:lnSpc>
              <a:spcBef>
                <a:spcPct val="0"/>
              </a:spcBef>
              <a:spcAft>
                <a:spcPct val="35000"/>
              </a:spcAft>
              <a:buNone/>
            </a:pPr>
            <a:r>
              <a:rPr lang="de-DE" sz="2000" kern="1200" dirty="0">
                <a:solidFill>
                  <a:schemeClr val="tx1"/>
                </a:solidFill>
                <a:latin typeface="Inter" panose="00000500000000000000" pitchFamily="2" charset="0"/>
              </a:rPr>
              <a:t>LLM (Chatbots)</a:t>
            </a:r>
          </a:p>
        </p:txBody>
      </p:sp>
      <p:sp>
        <p:nvSpPr>
          <p:cNvPr id="13" name="ChatbotVerb">
            <a:extLst>
              <a:ext uri="{FF2B5EF4-FFF2-40B4-BE49-F238E27FC236}">
                <a16:creationId xmlns:a16="http://schemas.microsoft.com/office/drawing/2014/main" id="{715CC5ED-EC92-4CA6-AAE0-926FD71A1139}"/>
              </a:ext>
            </a:extLst>
          </p:cNvPr>
          <p:cNvSpPr txBox="1"/>
          <p:nvPr/>
        </p:nvSpPr>
        <p:spPr>
          <a:xfrm>
            <a:off x="9415441" y="5326410"/>
            <a:ext cx="2320935" cy="553998"/>
          </a:xfrm>
          <a:prstGeom prst="rect">
            <a:avLst/>
          </a:prstGeom>
          <a:noFill/>
        </p:spPr>
        <p:txBody>
          <a:bodyPr wrap="square">
            <a:spAutoFit/>
          </a:bodyPr>
          <a:lstStyle/>
          <a:p>
            <a:pPr algn="l">
              <a:defRPr sz="3200" b="0">
                <a:solidFill>
                  <a:srgbClr val="0A0A0A"/>
                </a:solidFill>
                <a:latin typeface="Inter"/>
              </a:defRPr>
            </a:pPr>
            <a:r>
              <a:rPr lang="de-DE" sz="3000" dirty="0">
                <a:solidFill>
                  <a:srgbClr val="F3A09F"/>
                </a:solidFill>
              </a:rPr>
              <a:t>antwortet.</a:t>
            </a:r>
          </a:p>
        </p:txBody>
      </p:sp>
      <p:sp>
        <p:nvSpPr>
          <p:cNvPr id="18" name="AgentVerb">
            <a:extLst>
              <a:ext uri="{FF2B5EF4-FFF2-40B4-BE49-F238E27FC236}">
                <a16:creationId xmlns:a16="http://schemas.microsoft.com/office/drawing/2014/main" id="{F199F088-AED8-419E-80CF-7079900D3EE8}"/>
              </a:ext>
            </a:extLst>
          </p:cNvPr>
          <p:cNvSpPr txBox="1"/>
          <p:nvPr/>
        </p:nvSpPr>
        <p:spPr>
          <a:xfrm>
            <a:off x="8601881" y="4055917"/>
            <a:ext cx="2025137" cy="553998"/>
          </a:xfrm>
          <a:prstGeom prst="rect">
            <a:avLst/>
          </a:prstGeom>
          <a:noFill/>
        </p:spPr>
        <p:txBody>
          <a:bodyPr wrap="square">
            <a:spAutoFit/>
          </a:bodyPr>
          <a:lstStyle/>
          <a:p>
            <a:pPr algn="l">
              <a:defRPr sz="3200" b="0">
                <a:solidFill>
                  <a:srgbClr val="00D4AA"/>
                </a:solidFill>
                <a:latin typeface="Inter"/>
              </a:defRPr>
            </a:pPr>
            <a:r>
              <a:rPr lang="de-DE" sz="3000" dirty="0">
                <a:solidFill>
                  <a:srgbClr val="F3A09F"/>
                </a:solidFill>
              </a:rPr>
              <a:t>handelt.</a:t>
            </a:r>
          </a:p>
        </p:txBody>
      </p:sp>
      <p:sp>
        <p:nvSpPr>
          <p:cNvPr id="24" name="AgentVerb">
            <a:extLst>
              <a:ext uri="{FF2B5EF4-FFF2-40B4-BE49-F238E27FC236}">
                <a16:creationId xmlns:a16="http://schemas.microsoft.com/office/drawing/2014/main" id="{C1EE9FE4-8A8C-4654-87B2-16DED720ACDC}"/>
              </a:ext>
            </a:extLst>
          </p:cNvPr>
          <p:cNvSpPr txBox="1"/>
          <p:nvPr/>
        </p:nvSpPr>
        <p:spPr>
          <a:xfrm>
            <a:off x="7798234" y="2997365"/>
            <a:ext cx="2025137" cy="553998"/>
          </a:xfrm>
          <a:prstGeom prst="rect">
            <a:avLst/>
          </a:prstGeom>
          <a:noFill/>
        </p:spPr>
        <p:txBody>
          <a:bodyPr wrap="square">
            <a:spAutoFit/>
          </a:bodyPr>
          <a:lstStyle/>
          <a:p>
            <a:pPr algn="l">
              <a:defRPr sz="3200" b="0">
                <a:solidFill>
                  <a:srgbClr val="00D4AA"/>
                </a:solidFill>
                <a:latin typeface="Inter"/>
              </a:defRPr>
            </a:pPr>
            <a:r>
              <a:rPr lang="de-DE" sz="3000" dirty="0">
                <a:solidFill>
                  <a:srgbClr val="F3A09F"/>
                </a:solidFill>
              </a:rPr>
              <a:t>handelt.</a:t>
            </a:r>
          </a:p>
        </p:txBody>
      </p:sp>
      <p:sp>
        <p:nvSpPr>
          <p:cNvPr id="25" name="AgentVerb">
            <a:extLst>
              <a:ext uri="{FF2B5EF4-FFF2-40B4-BE49-F238E27FC236}">
                <a16:creationId xmlns:a16="http://schemas.microsoft.com/office/drawing/2014/main" id="{A07D32FA-FD65-4591-BA78-97B3932FBB1E}"/>
              </a:ext>
            </a:extLst>
          </p:cNvPr>
          <p:cNvSpPr txBox="1"/>
          <p:nvPr/>
        </p:nvSpPr>
        <p:spPr>
          <a:xfrm>
            <a:off x="6928121" y="1893731"/>
            <a:ext cx="4659534" cy="553998"/>
          </a:xfrm>
          <a:prstGeom prst="rect">
            <a:avLst/>
          </a:prstGeom>
          <a:noFill/>
        </p:spPr>
        <p:txBody>
          <a:bodyPr wrap="square">
            <a:spAutoFit/>
          </a:bodyPr>
          <a:lstStyle/>
          <a:p>
            <a:pPr algn="l">
              <a:defRPr sz="3200" b="0">
                <a:solidFill>
                  <a:srgbClr val="00D4AA"/>
                </a:solidFill>
                <a:latin typeface="Inter"/>
              </a:defRPr>
            </a:pPr>
            <a:r>
              <a:rPr lang="de-DE" sz="3000" dirty="0">
                <a:solidFill>
                  <a:srgbClr val="F3A09F"/>
                </a:solidFill>
              </a:rPr>
              <a:t>strebt Weltherrschaft an.</a:t>
            </a:r>
          </a:p>
        </p:txBody>
      </p:sp>
      <p:sp>
        <p:nvSpPr>
          <p:cNvPr id="27" name="Rechteck: abgerundete Ecken 26">
            <a:extLst>
              <a:ext uri="{FF2B5EF4-FFF2-40B4-BE49-F238E27FC236}">
                <a16:creationId xmlns:a16="http://schemas.microsoft.com/office/drawing/2014/main" id="{6C2C9E56-A2A2-4EE6-AF1C-6D71ECDB4E0B}"/>
              </a:ext>
            </a:extLst>
          </p:cNvPr>
          <p:cNvSpPr/>
          <p:nvPr/>
        </p:nvSpPr>
        <p:spPr>
          <a:xfrm>
            <a:off x="1603650" y="4178121"/>
            <a:ext cx="504497" cy="300531"/>
          </a:xfrm>
          <a:prstGeom prst="roundRect">
            <a:avLst/>
          </a:prstGeom>
          <a:solidFill>
            <a:srgbClr val="7626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nvGrpSpPr>
          <p:cNvPr id="39" name="Gruppieren 38">
            <a:extLst>
              <a:ext uri="{FF2B5EF4-FFF2-40B4-BE49-F238E27FC236}">
                <a16:creationId xmlns:a16="http://schemas.microsoft.com/office/drawing/2014/main" id="{244A0A08-82AA-4C6F-9870-3BA10B64F634}"/>
              </a:ext>
            </a:extLst>
          </p:cNvPr>
          <p:cNvGrpSpPr/>
          <p:nvPr/>
        </p:nvGrpSpPr>
        <p:grpSpPr>
          <a:xfrm>
            <a:off x="2423986" y="2703057"/>
            <a:ext cx="1893791" cy="765159"/>
            <a:chOff x="1440504" y="2675157"/>
            <a:chExt cx="1893791" cy="765159"/>
          </a:xfrm>
        </p:grpSpPr>
        <p:cxnSp>
          <p:nvCxnSpPr>
            <p:cNvPr id="35" name="Gerader Verbinder 34">
              <a:extLst>
                <a:ext uri="{FF2B5EF4-FFF2-40B4-BE49-F238E27FC236}">
                  <a16:creationId xmlns:a16="http://schemas.microsoft.com/office/drawing/2014/main" id="{96FD36DA-7CBF-4306-AD93-214E5FBB2DBF}"/>
                </a:ext>
              </a:extLst>
            </p:cNvPr>
            <p:cNvCxnSpPr>
              <a:stCxn id="31" idx="3"/>
              <a:endCxn id="33" idx="1"/>
            </p:cNvCxnSpPr>
            <p:nvPr/>
          </p:nvCxnSpPr>
          <p:spPr>
            <a:xfrm>
              <a:off x="1945001" y="3290051"/>
              <a:ext cx="88479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28F88B1B-BFBD-4288-A19E-8F77484DD586}"/>
                </a:ext>
              </a:extLst>
            </p:cNvPr>
            <p:cNvCxnSpPr>
              <a:cxnSpLocks/>
              <a:stCxn id="30" idx="2"/>
              <a:endCxn id="32" idx="2"/>
            </p:cNvCxnSpPr>
            <p:nvPr/>
          </p:nvCxnSpPr>
          <p:spPr>
            <a:xfrm>
              <a:off x="2387399" y="2975688"/>
              <a:ext cx="1" cy="46462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0" name="Rechteck: abgerundete Ecken 29">
              <a:extLst>
                <a:ext uri="{FF2B5EF4-FFF2-40B4-BE49-F238E27FC236}">
                  <a16:creationId xmlns:a16="http://schemas.microsoft.com/office/drawing/2014/main" id="{9C069DD0-60D5-44E5-AC7D-CF46A62F245A}"/>
                </a:ext>
              </a:extLst>
            </p:cNvPr>
            <p:cNvSpPr/>
            <p:nvPr/>
          </p:nvSpPr>
          <p:spPr>
            <a:xfrm>
              <a:off x="2135150" y="2675157"/>
              <a:ext cx="504497" cy="300531"/>
            </a:xfrm>
            <a:prstGeom prst="roundRect">
              <a:avLst/>
            </a:prstGeom>
            <a:solidFill>
              <a:srgbClr val="7626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500" dirty="0"/>
            </a:p>
          </p:txBody>
        </p:sp>
        <p:sp>
          <p:nvSpPr>
            <p:cNvPr id="31" name="Rechteck: abgerundete Ecken 30">
              <a:extLst>
                <a:ext uri="{FF2B5EF4-FFF2-40B4-BE49-F238E27FC236}">
                  <a16:creationId xmlns:a16="http://schemas.microsoft.com/office/drawing/2014/main" id="{74E2E545-3A00-4670-8709-301ACDB204F1}"/>
                </a:ext>
              </a:extLst>
            </p:cNvPr>
            <p:cNvSpPr/>
            <p:nvPr/>
          </p:nvSpPr>
          <p:spPr>
            <a:xfrm>
              <a:off x="1440504" y="3139785"/>
              <a:ext cx="504497" cy="300531"/>
            </a:xfrm>
            <a:prstGeom prst="roundRect">
              <a:avLst/>
            </a:prstGeom>
            <a:solidFill>
              <a:srgbClr val="7626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500" dirty="0"/>
            </a:p>
          </p:txBody>
        </p:sp>
        <p:sp>
          <p:nvSpPr>
            <p:cNvPr id="32" name="Rechteck: abgerundete Ecken 31">
              <a:extLst>
                <a:ext uri="{FF2B5EF4-FFF2-40B4-BE49-F238E27FC236}">
                  <a16:creationId xmlns:a16="http://schemas.microsoft.com/office/drawing/2014/main" id="{537727AD-8833-4163-89FD-015375180B52}"/>
                </a:ext>
              </a:extLst>
            </p:cNvPr>
            <p:cNvSpPr/>
            <p:nvPr/>
          </p:nvSpPr>
          <p:spPr>
            <a:xfrm>
              <a:off x="2135151" y="3139785"/>
              <a:ext cx="504497" cy="300531"/>
            </a:xfrm>
            <a:prstGeom prst="roundRect">
              <a:avLst/>
            </a:prstGeom>
            <a:solidFill>
              <a:srgbClr val="7626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500" dirty="0"/>
            </a:p>
          </p:txBody>
        </p:sp>
        <p:sp>
          <p:nvSpPr>
            <p:cNvPr id="33" name="Rechteck: abgerundete Ecken 32">
              <a:extLst>
                <a:ext uri="{FF2B5EF4-FFF2-40B4-BE49-F238E27FC236}">
                  <a16:creationId xmlns:a16="http://schemas.microsoft.com/office/drawing/2014/main" id="{9FA7A91A-5245-4E9E-822F-09F6F5B5AF03}"/>
                </a:ext>
              </a:extLst>
            </p:cNvPr>
            <p:cNvSpPr/>
            <p:nvPr/>
          </p:nvSpPr>
          <p:spPr>
            <a:xfrm>
              <a:off x="2829798" y="3139785"/>
              <a:ext cx="504497" cy="300531"/>
            </a:xfrm>
            <a:prstGeom prst="roundRect">
              <a:avLst/>
            </a:prstGeom>
            <a:solidFill>
              <a:srgbClr val="7626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500" dirty="0"/>
            </a:p>
          </p:txBody>
        </p:sp>
      </p:grpSp>
      <p:grpSp>
        <p:nvGrpSpPr>
          <p:cNvPr id="41" name="Gruppieren 40">
            <a:extLst>
              <a:ext uri="{FF2B5EF4-FFF2-40B4-BE49-F238E27FC236}">
                <a16:creationId xmlns:a16="http://schemas.microsoft.com/office/drawing/2014/main" id="{252F2B69-BCD7-4B11-BF73-3EC2124EDC8B}"/>
              </a:ext>
            </a:extLst>
          </p:cNvPr>
          <p:cNvGrpSpPr/>
          <p:nvPr/>
        </p:nvGrpSpPr>
        <p:grpSpPr>
          <a:xfrm>
            <a:off x="1597678" y="5441857"/>
            <a:ext cx="884797" cy="300531"/>
            <a:chOff x="1122301" y="5326410"/>
            <a:chExt cx="884797" cy="300531"/>
          </a:xfrm>
        </p:grpSpPr>
        <p:cxnSp>
          <p:nvCxnSpPr>
            <p:cNvPr id="40" name="Gerader Verbinder 39">
              <a:extLst>
                <a:ext uri="{FF2B5EF4-FFF2-40B4-BE49-F238E27FC236}">
                  <a16:creationId xmlns:a16="http://schemas.microsoft.com/office/drawing/2014/main" id="{BA8E5F23-C598-41DF-87F9-93ABEA687AC4}"/>
                </a:ext>
              </a:extLst>
            </p:cNvPr>
            <p:cNvCxnSpPr/>
            <p:nvPr/>
          </p:nvCxnSpPr>
          <p:spPr>
            <a:xfrm>
              <a:off x="1122301" y="5476675"/>
              <a:ext cx="88479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Rechteck: abgerundete Ecken 25">
              <a:extLst>
                <a:ext uri="{FF2B5EF4-FFF2-40B4-BE49-F238E27FC236}">
                  <a16:creationId xmlns:a16="http://schemas.microsoft.com/office/drawing/2014/main" id="{436FEFD3-5B2D-4E23-A583-838EDF5AD631}"/>
                </a:ext>
              </a:extLst>
            </p:cNvPr>
            <p:cNvSpPr/>
            <p:nvPr/>
          </p:nvSpPr>
          <p:spPr>
            <a:xfrm>
              <a:off x="1312452" y="5326410"/>
              <a:ext cx="504497" cy="300531"/>
            </a:xfrm>
            <a:prstGeom prst="roundRect">
              <a:avLst/>
            </a:prstGeom>
            <a:solidFill>
              <a:srgbClr val="7626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sp>
        <p:nvSpPr>
          <p:cNvPr id="42" name="Rechteck: abgerundete Ecken 41">
            <a:extLst>
              <a:ext uri="{FF2B5EF4-FFF2-40B4-BE49-F238E27FC236}">
                <a16:creationId xmlns:a16="http://schemas.microsoft.com/office/drawing/2014/main" id="{3777151A-59AC-4416-B112-9381D121E7B2}"/>
              </a:ext>
            </a:extLst>
          </p:cNvPr>
          <p:cNvSpPr/>
          <p:nvPr/>
        </p:nvSpPr>
        <p:spPr>
          <a:xfrm>
            <a:off x="2290956" y="4178121"/>
            <a:ext cx="504497" cy="300531"/>
          </a:xfrm>
          <a:prstGeom prst="roundRect">
            <a:avLst/>
          </a:prstGeom>
          <a:solidFill>
            <a:srgbClr val="7626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3" name="Rechteck: abgerundete Ecken 42">
            <a:extLst>
              <a:ext uri="{FF2B5EF4-FFF2-40B4-BE49-F238E27FC236}">
                <a16:creationId xmlns:a16="http://schemas.microsoft.com/office/drawing/2014/main" id="{869F14FF-52EF-49F2-BC13-77F96E526524}"/>
              </a:ext>
            </a:extLst>
          </p:cNvPr>
          <p:cNvSpPr/>
          <p:nvPr/>
        </p:nvSpPr>
        <p:spPr>
          <a:xfrm>
            <a:off x="2978261" y="4178121"/>
            <a:ext cx="504497" cy="300531"/>
          </a:xfrm>
          <a:prstGeom prst="roundRect">
            <a:avLst/>
          </a:prstGeom>
          <a:solidFill>
            <a:srgbClr val="7626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8" name="STag">
            <a:extLst>
              <a:ext uri="{FF2B5EF4-FFF2-40B4-BE49-F238E27FC236}">
                <a16:creationId xmlns:a16="http://schemas.microsoft.com/office/drawing/2014/main" id="{80EC64F4-7766-453F-89F5-02919CC3E5A3}"/>
              </a:ext>
            </a:extLst>
          </p:cNvPr>
          <p:cNvSpPr txBox="1"/>
          <p:nvPr/>
        </p:nvSpPr>
        <p:spPr>
          <a:xfrm>
            <a:off x="493714" y="386121"/>
            <a:ext cx="3200000" cy="230832"/>
          </a:xfrm>
          <a:prstGeom prst="rect">
            <a:avLst/>
          </a:prstGeom>
          <a:noFill/>
        </p:spPr>
        <p:txBody>
          <a:bodyPr wrap="square">
            <a:spAutoFit/>
          </a:bodyPr>
          <a:lstStyle/>
          <a:p>
            <a:pPr algn="l">
              <a:defRPr sz="900" b="1">
                <a:solidFill>
                  <a:srgbClr val="F3A09F"/>
                </a:solidFill>
                <a:latin typeface="Inter"/>
              </a:defRPr>
            </a:pPr>
            <a:r>
              <a:rPr lang="de-DE" dirty="0"/>
              <a:t>DIE ENTWICKLUNG</a:t>
            </a:r>
            <a:endParaRPr dirty="0"/>
          </a:p>
        </p:txBody>
      </p:sp>
    </p:spTree>
    <p:extLst>
      <p:ext uri="{BB962C8B-B14F-4D97-AF65-F5344CB8AC3E}">
        <p14:creationId xmlns:p14="http://schemas.microsoft.com/office/powerpoint/2010/main" val="2941658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fade">
                                      <p:cBhvr>
                                        <p:cTn id="13" dur="500"/>
                                        <p:tgtEl>
                                          <p:spTgt spid="4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500"/>
                                        <p:tgtEl>
                                          <p:spTgt spid="2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fade">
                                      <p:cBhvr>
                                        <p:cTn id="27" dur="500"/>
                                        <p:tgtEl>
                                          <p:spTgt spid="4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fade">
                                      <p:cBhvr>
                                        <p:cTn id="30" dur="500"/>
                                        <p:tgtEl>
                                          <p:spTgt spid="4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500"/>
                                        <p:tgtEl>
                                          <p:spTgt spid="24"/>
                                        </p:tgtEl>
                                      </p:cBhvr>
                                    </p:animEffect>
                                  </p:childTnLst>
                                </p:cTn>
                              </p:par>
                              <p:par>
                                <p:cTn id="39" presetID="10" presetClass="entr" presetSubtype="0" fill="hold" nodeType="withEffect">
                                  <p:stCondLst>
                                    <p:cond delay="0"/>
                                  </p:stCondLst>
                                  <p:childTnLst>
                                    <p:set>
                                      <p:cBhvr>
                                        <p:cTn id="40" dur="1" fill="hold">
                                          <p:stCondLst>
                                            <p:cond delay="0"/>
                                          </p:stCondLst>
                                        </p:cTn>
                                        <p:tgtEl>
                                          <p:spTgt spid="39"/>
                                        </p:tgtEl>
                                        <p:attrNameLst>
                                          <p:attrName>style.visibility</p:attrName>
                                        </p:attrNameLst>
                                      </p:cBhvr>
                                      <p:to>
                                        <p:strVal val="visible"/>
                                      </p:to>
                                    </p:set>
                                    <p:animEffect transition="in" filter="fade">
                                      <p:cBhvr>
                                        <p:cTn id="41" dur="500"/>
                                        <p:tgtEl>
                                          <p:spTgt spid="3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026"/>
                                        </p:tgtEl>
                                        <p:attrNameLst>
                                          <p:attrName>style.visibility</p:attrName>
                                        </p:attrNameLst>
                                      </p:cBhvr>
                                      <p:to>
                                        <p:strVal val="visible"/>
                                      </p:to>
                                    </p:set>
                                    <p:animEffect transition="in" filter="fade">
                                      <p:cBhvr>
                                        <p:cTn id="46" dur="500"/>
                                        <p:tgtEl>
                                          <p:spTgt spid="102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500"/>
                                        <p:tgtEl>
                                          <p:spTgt spid="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3" grpId="0"/>
      <p:bldP spid="18" grpId="0"/>
      <p:bldP spid="24" grpId="0"/>
      <p:bldP spid="25" grpId="0"/>
      <p:bldP spid="27" grpId="0" animBg="1"/>
      <p:bldP spid="42" grpId="0" animBg="1"/>
      <p:bldP spid="4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0412A8-C89B-4F44-8CFC-173A8F87B0E0}"/>
              </a:ext>
            </a:extLst>
          </p:cNvPr>
          <p:cNvSpPr>
            <a:spLocks noGrp="1"/>
          </p:cNvSpPr>
          <p:nvPr>
            <p:ph type="title"/>
          </p:nvPr>
        </p:nvSpPr>
        <p:spPr/>
        <p:txBody>
          <a:bodyPr/>
          <a:lstStyle/>
          <a:p>
            <a:pPr>
              <a:tabLst>
                <a:tab pos="2955925" algn="l"/>
              </a:tabLst>
            </a:pPr>
            <a:r>
              <a:rPr lang="de-DE" b="1" dirty="0" cap="all">
                <a:latin typeface="Roboto Condensed" panose="00000500000000000000" pitchFamily="2" charset="0"/>
              </a:rPr>
              <a:t>Aktuelle Zahlen zur KI-Realität</a:t>
            </a:r>
            <a:r>
              <a:rPr lang="de-DE" b="1" dirty="0" cap="all">
                <a:solidFill>
                  <a:srgbClr val="F3A09F"/>
                </a:solidFill>
                <a:latin typeface="Roboto Condensed" panose="00000500000000000000" pitchFamily="2" charset="0"/>
              </a:rPr>
              <a:t>.</a:t>
            </a:r>
          </a:p>
        </p:txBody>
      </p:sp>
      <p:sp>
        <p:nvSpPr>
          <p:cNvPr id="19" name="Shape 1">
            <a:extLst>
              <a:ext uri="{FF2B5EF4-FFF2-40B4-BE49-F238E27FC236}">
                <a16:creationId xmlns:a16="http://schemas.microsoft.com/office/drawing/2014/main" id="{5809FB1B-5A16-4030-867A-1FA11896A30A}"/>
              </a:ext>
            </a:extLst>
          </p:cNvPr>
          <p:cNvSpPr/>
          <p:nvPr/>
        </p:nvSpPr>
        <p:spPr>
          <a:xfrm>
            <a:off x="4568846" y="1675877"/>
            <a:ext cx="3238237" cy="1645920"/>
          </a:xfrm>
          <a:prstGeom prst="rect">
            <a:avLst/>
          </a:prstGeom>
          <a:solidFill>
            <a:srgbClr val="2B1D22"/>
          </a:solidFill>
          <a:ln/>
        </p:spPr>
        <p:txBody>
          <a:bodyPr/>
          <a:p/>
        </p:txBody>
      </p:sp>
      <p:sp>
        <p:nvSpPr>
          <p:cNvPr id="20" name="Shape 2">
            <a:extLst>
              <a:ext uri="{FF2B5EF4-FFF2-40B4-BE49-F238E27FC236}">
                <a16:creationId xmlns:a16="http://schemas.microsoft.com/office/drawing/2014/main" id="{374F9091-EAD9-4A13-899E-6D4DB2C229CF}"/>
              </a:ext>
            </a:extLst>
          </p:cNvPr>
          <p:cNvSpPr/>
          <p:nvPr/>
        </p:nvSpPr>
        <p:spPr>
          <a:xfrm>
            <a:off x="4568846" y="1675877"/>
            <a:ext cx="3238237" cy="54864"/>
          </a:xfrm>
          <a:prstGeom prst="rect">
            <a:avLst/>
          </a:prstGeom>
          <a:solidFill>
            <a:schemeClr val="accent2"/>
          </a:solidFill>
          <a:ln/>
        </p:spPr>
        <p:txBody>
          <a:bodyPr/>
          <a:p/>
        </p:txBody>
      </p:sp>
      <p:sp>
        <p:nvSpPr>
          <p:cNvPr id="21" name="Text 3">
            <a:extLst>
              <a:ext uri="{FF2B5EF4-FFF2-40B4-BE49-F238E27FC236}">
                <a16:creationId xmlns:a16="http://schemas.microsoft.com/office/drawing/2014/main" id="{D020DA2D-6622-4E5E-B227-1EE5E7239473}"/>
              </a:ext>
            </a:extLst>
          </p:cNvPr>
          <p:cNvSpPr/>
          <p:nvPr/>
        </p:nvSpPr>
        <p:spPr>
          <a:xfrm>
            <a:off x="4962985" y="1858757"/>
            <a:ext cx="2560320" cy="822960"/>
          </a:xfrm>
          <a:prstGeom prst="rect">
            <a:avLst/>
          </a:prstGeom>
          <a:noFill/>
          <a:ln/>
        </p:spPr>
        <p:txBody>
          <a:bodyPr wrap="square" lIns="0" tIns="0" rIns="0" bIns="0" rtlCol="0" anchor="ctr"/>
          <a:lstStyle/>
          <a:p>
            <a:pPr marL="0" indent="0" algn="ctr">
              <a:buNone/>
            </a:pPr>
            <a:r>
              <a:rPr lang="en-US" sz="4800" b="1" dirty="0">
                <a:solidFill>
                  <a:srgbClr val="F3A09F"/>
                </a:solidFill>
                <a:latin typeface="Roboto Condensed" pitchFamily="34" charset="0"/>
                <a:ea typeface="Inter" pitchFamily="34" charset="-122"/>
                <a:cs typeface="Inter" pitchFamily="34" charset="-120"/>
              </a:rPr>
              <a:t>44 %</a:t>
            </a:r>
            <a:endParaRPr lang="en-US" sz="4800" dirty="0">
              <a:solidFill>
                <a:srgbClr val="F3A09F"/>
              </a:solidFill>
            </a:endParaRPr>
          </a:p>
        </p:txBody>
      </p:sp>
      <p:sp>
        <p:nvSpPr>
          <p:cNvPr id="22" name="Text 4">
            <a:extLst>
              <a:ext uri="{FF2B5EF4-FFF2-40B4-BE49-F238E27FC236}">
                <a16:creationId xmlns:a16="http://schemas.microsoft.com/office/drawing/2014/main" id="{29969314-E244-4392-BD5F-C3281CD5ED4A}"/>
              </a:ext>
            </a:extLst>
          </p:cNvPr>
          <p:cNvSpPr/>
          <p:nvPr/>
        </p:nvSpPr>
        <p:spPr>
          <a:xfrm>
            <a:off x="5063027" y="2590277"/>
            <a:ext cx="2360236" cy="640080"/>
          </a:xfrm>
          <a:prstGeom prst="rect">
            <a:avLst/>
          </a:prstGeom>
          <a:noFill/>
          <a:ln/>
        </p:spPr>
        <p:txBody>
          <a:bodyPr wrap="square" lIns="0" tIns="0" rIns="0" bIns="0" rtlCol="0" anchor="ctr"/>
          <a:lstStyle/>
          <a:p>
            <a:pPr algn="ctr"/>
            <a:br>
              <a:rPr lang="de-DE" sz="1100" dirty="0">
                <a:solidFill>
                  <a:srgbClr val="DCD6CB"/>
                </a:solidFill>
                <a:latin typeface="Inter" pitchFamily="34" charset="0"/>
                <a:ea typeface="Inter" pitchFamily="34" charset="-122"/>
                <a:cs typeface="Inter" pitchFamily="34" charset="-120"/>
              </a:rPr>
            </a:br>
            <a:r>
              <a:rPr lang="de-DE" sz="1300" dirty="0">
                <a:solidFill>
                  <a:srgbClr val="DCD6CB"/>
                </a:solidFill>
                <a:latin typeface="Inter" pitchFamily="34" charset="0"/>
                <a:ea typeface="Inter" pitchFamily="34" charset="-122"/>
                <a:cs typeface="Inter" pitchFamily="34" charset="-120"/>
              </a:rPr>
              <a:t>nutzen KI in Ihrer Branche, weitere 31 % testen oder planen</a:t>
            </a:r>
            <a:endParaRPr lang="de-DE" sz="1100" dirty="0"/>
          </a:p>
        </p:txBody>
      </p:sp>
      <p:sp>
        <p:nvSpPr>
          <p:cNvPr id="27" name="Shape 9">
            <a:extLst>
              <a:ext uri="{FF2B5EF4-FFF2-40B4-BE49-F238E27FC236}">
                <a16:creationId xmlns:a16="http://schemas.microsoft.com/office/drawing/2014/main" id="{D2DA28C0-8BF1-4465-AFD3-1EFECBBC6587}"/>
              </a:ext>
            </a:extLst>
          </p:cNvPr>
          <p:cNvSpPr/>
          <p:nvPr/>
        </p:nvSpPr>
        <p:spPr>
          <a:xfrm>
            <a:off x="8325775" y="1675877"/>
            <a:ext cx="3238237" cy="1645920"/>
          </a:xfrm>
          <a:prstGeom prst="rect">
            <a:avLst/>
          </a:prstGeom>
          <a:solidFill>
            <a:srgbClr val="2B1D22"/>
          </a:solidFill>
          <a:ln/>
        </p:spPr>
        <p:txBody>
          <a:bodyPr/>
          <a:p/>
        </p:txBody>
      </p:sp>
      <p:sp>
        <p:nvSpPr>
          <p:cNvPr id="28" name="Shape 10">
            <a:extLst>
              <a:ext uri="{FF2B5EF4-FFF2-40B4-BE49-F238E27FC236}">
                <a16:creationId xmlns:a16="http://schemas.microsoft.com/office/drawing/2014/main" id="{53657A65-06A2-4591-ABA2-505A9ED17AE0}"/>
              </a:ext>
            </a:extLst>
          </p:cNvPr>
          <p:cNvSpPr/>
          <p:nvPr/>
        </p:nvSpPr>
        <p:spPr>
          <a:xfrm>
            <a:off x="8325775" y="1675877"/>
            <a:ext cx="3238237" cy="54864"/>
          </a:xfrm>
          <a:prstGeom prst="rect">
            <a:avLst/>
          </a:prstGeom>
          <a:solidFill>
            <a:schemeClr val="accent2"/>
          </a:solidFill>
          <a:ln/>
        </p:spPr>
        <p:txBody>
          <a:bodyPr/>
          <a:p/>
        </p:txBody>
      </p:sp>
      <p:sp>
        <p:nvSpPr>
          <p:cNvPr id="29" name="Text 11">
            <a:extLst>
              <a:ext uri="{FF2B5EF4-FFF2-40B4-BE49-F238E27FC236}">
                <a16:creationId xmlns:a16="http://schemas.microsoft.com/office/drawing/2014/main" id="{3A2D0AC2-E1F0-4026-A8D3-44A7EA0FE17E}"/>
              </a:ext>
            </a:extLst>
          </p:cNvPr>
          <p:cNvSpPr/>
          <p:nvPr/>
        </p:nvSpPr>
        <p:spPr>
          <a:xfrm>
            <a:off x="8735673" y="1858757"/>
            <a:ext cx="2560320" cy="822960"/>
          </a:xfrm>
          <a:prstGeom prst="rect">
            <a:avLst/>
          </a:prstGeom>
          <a:noFill/>
          <a:ln/>
        </p:spPr>
        <p:txBody>
          <a:bodyPr wrap="square" lIns="0" tIns="0" rIns="0" bIns="0" rtlCol="0" anchor="ctr"/>
          <a:lstStyle/>
          <a:p>
            <a:pPr marL="0" indent="0" algn="ctr">
              <a:buNone/>
            </a:pPr>
            <a:r>
              <a:rPr lang="en-US" sz="4800" b="1" dirty="0">
                <a:solidFill>
                  <a:srgbClr val="F3A09F"/>
                </a:solidFill>
                <a:latin typeface="Roboto Condensed" pitchFamily="34" charset="0"/>
                <a:ea typeface="Inter" pitchFamily="34" charset="-122"/>
                <a:cs typeface="Inter" pitchFamily="34" charset="-120"/>
              </a:rPr>
              <a:t>23 %</a:t>
            </a:r>
            <a:endParaRPr lang="en-US" sz="4800" dirty="0">
              <a:solidFill>
                <a:srgbClr val="F3A09F"/>
              </a:solidFill>
            </a:endParaRPr>
          </a:p>
        </p:txBody>
      </p:sp>
      <p:sp>
        <p:nvSpPr>
          <p:cNvPr id="30" name="Text 12">
            <a:extLst>
              <a:ext uri="{FF2B5EF4-FFF2-40B4-BE49-F238E27FC236}">
                <a16:creationId xmlns:a16="http://schemas.microsoft.com/office/drawing/2014/main" id="{3E47929B-E0A2-4481-9D2F-B90FE70AFD62}"/>
              </a:ext>
            </a:extLst>
          </p:cNvPr>
          <p:cNvSpPr/>
          <p:nvPr/>
        </p:nvSpPr>
        <p:spPr>
          <a:xfrm>
            <a:off x="8735673" y="2590277"/>
            <a:ext cx="2560320" cy="640080"/>
          </a:xfrm>
          <a:prstGeom prst="rect">
            <a:avLst/>
          </a:prstGeom>
          <a:noFill/>
          <a:ln/>
        </p:spPr>
        <p:txBody>
          <a:bodyPr wrap="square" lIns="0" tIns="0" rIns="0" bIns="0" rtlCol="0" anchor="ctr"/>
          <a:lstStyle/>
          <a:p>
            <a:pPr algn="ctr"/>
            <a:r>
              <a:rPr lang="de-DE" sz="1300" dirty="0">
                <a:solidFill>
                  <a:srgbClr val="DCD6CB"/>
                </a:solidFill>
                <a:latin typeface="Inter" pitchFamily="34" charset="0"/>
                <a:ea typeface="Inter" pitchFamily="34" charset="-122"/>
                <a:cs typeface="Inter" pitchFamily="34" charset="-120"/>
              </a:rPr>
              <a:t>der Unternehmen weltweit setzen KI-Agenten im größeren Stil ein (weitere 39 % testen)</a:t>
            </a:r>
            <a:endParaRPr lang="en-US" sz="1100" dirty="0"/>
          </a:p>
        </p:txBody>
      </p:sp>
      <p:sp>
        <p:nvSpPr>
          <p:cNvPr id="31" name="Text 13">
            <a:extLst>
              <a:ext uri="{FF2B5EF4-FFF2-40B4-BE49-F238E27FC236}">
                <a16:creationId xmlns:a16="http://schemas.microsoft.com/office/drawing/2014/main" id="{322016F3-B2B6-4AAA-97F7-167B238CF2D4}"/>
              </a:ext>
            </a:extLst>
          </p:cNvPr>
          <p:cNvSpPr/>
          <p:nvPr/>
        </p:nvSpPr>
        <p:spPr>
          <a:xfrm>
            <a:off x="604345" y="3399044"/>
            <a:ext cx="10972800" cy="274320"/>
          </a:xfrm>
          <a:prstGeom prst="rect">
            <a:avLst/>
          </a:prstGeom>
          <a:noFill/>
          <a:ln/>
        </p:spPr>
        <p:txBody>
          <a:bodyPr wrap="square" lIns="0" tIns="0" rIns="0" bIns="0" rtlCol="0" anchor="ctr"/>
          <a:lstStyle/>
          <a:p>
            <a:r>
              <a:rPr lang="en-US" sz="900" dirty="0">
                <a:solidFill>
                  <a:srgbClr val="9C978D"/>
                </a:solidFill>
                <a:latin typeface="Inter" pitchFamily="34" charset="0"/>
                <a:ea typeface="Inter" pitchFamily="34" charset="-122"/>
                <a:cs typeface="Inter" pitchFamily="34" charset="-120"/>
              </a:rPr>
              <a:t>Statistik Austria (24.06.2026): IKT-Einsatz in Unternehmen 2025 | WKÖ-Bundessparte Information &amp; Consulting / KMU Forschung Austria (04/2026) | McKinsey: The State of AI in 2025 (Nov. 2025)</a:t>
            </a:r>
            <a:endParaRPr lang="en-US" sz="800" dirty="0"/>
          </a:p>
        </p:txBody>
      </p:sp>
      <p:sp>
        <p:nvSpPr>
          <p:cNvPr id="33" name="Shape 16">
            <a:extLst>
              <a:ext uri="{FF2B5EF4-FFF2-40B4-BE49-F238E27FC236}">
                <a16:creationId xmlns:a16="http://schemas.microsoft.com/office/drawing/2014/main" id="{1BB3CB83-5B1B-4598-857F-2D8611F74D70}"/>
              </a:ext>
            </a:extLst>
          </p:cNvPr>
          <p:cNvSpPr/>
          <p:nvPr/>
        </p:nvSpPr>
        <p:spPr>
          <a:xfrm>
            <a:off x="457200" y="4187319"/>
            <a:ext cx="11201400" cy="1245144"/>
          </a:xfrm>
          <a:prstGeom prst="rect">
            <a:avLst/>
          </a:prstGeom>
          <a:solidFill>
            <a:srgbClr val="2B1D22"/>
          </a:solidFill>
          <a:ln/>
        </p:spPr>
        <p:txBody>
          <a:bodyPr/>
          <a:p/>
        </p:txBody>
      </p:sp>
      <p:sp>
        <p:nvSpPr>
          <p:cNvPr id="34" name="Shape 17">
            <a:extLst>
              <a:ext uri="{FF2B5EF4-FFF2-40B4-BE49-F238E27FC236}">
                <a16:creationId xmlns:a16="http://schemas.microsoft.com/office/drawing/2014/main" id="{FB75A532-F9A7-4262-B1EE-7312844C2B3D}"/>
              </a:ext>
            </a:extLst>
          </p:cNvPr>
          <p:cNvSpPr/>
          <p:nvPr/>
        </p:nvSpPr>
        <p:spPr>
          <a:xfrm>
            <a:off x="457200" y="4187319"/>
            <a:ext cx="76200" cy="1245144"/>
          </a:xfrm>
          <a:prstGeom prst="rect">
            <a:avLst/>
          </a:prstGeom>
          <a:solidFill>
            <a:schemeClr val="accent2"/>
          </a:solidFill>
          <a:ln/>
        </p:spPr>
        <p:txBody>
          <a:bodyPr/>
          <a:p/>
        </p:txBody>
      </p:sp>
      <p:sp>
        <p:nvSpPr>
          <p:cNvPr id="35" name="Text 18">
            <a:extLst>
              <a:ext uri="{FF2B5EF4-FFF2-40B4-BE49-F238E27FC236}">
                <a16:creationId xmlns:a16="http://schemas.microsoft.com/office/drawing/2014/main" id="{4BACF439-AA60-4C13-AB05-EFF9D5A976B5}"/>
              </a:ext>
            </a:extLst>
          </p:cNvPr>
          <p:cNvSpPr/>
          <p:nvPr/>
        </p:nvSpPr>
        <p:spPr>
          <a:xfrm>
            <a:off x="772510" y="4382021"/>
            <a:ext cx="10578662" cy="548640"/>
          </a:xfrm>
          <a:prstGeom prst="rect">
            <a:avLst/>
          </a:prstGeom>
          <a:noFill/>
          <a:ln/>
        </p:spPr>
        <p:txBody>
          <a:bodyPr wrap="square" lIns="0" tIns="0" rIns="0" bIns="0" rtlCol="0" anchor="ctr"/>
          <a:lstStyle/>
          <a:p>
            <a:pPr marL="0" indent="0">
              <a:buNone/>
            </a:pPr>
            <a:r>
              <a:rPr lang="en-US" sz="2800" b="1" dirty="0">
                <a:solidFill>
                  <a:srgbClr val="F3A09F"/>
                </a:solidFill>
                <a:latin typeface="Roboto Condensed" pitchFamily="34" charset="0"/>
                <a:ea typeface="Inter" pitchFamily="34" charset="-122"/>
                <a:cs typeface="Inter" pitchFamily="34" charset="-120"/>
              </a:rPr>
              <a:t>KI ist angekommen – als Chatbot. </a:t>
            </a:r>
            <a:r>
              <a:rPr lang="en-US" sz="2800" dirty="0">
                <a:solidFill>
                  <a:srgbClr val="DCD6CB"/>
                </a:solidFill>
                <a:latin typeface="Roboto Condensed" pitchFamily="34" charset="0"/>
                <a:ea typeface="Inter" pitchFamily="34" charset="-122"/>
                <a:cs typeface="Inter" pitchFamily="34" charset="-120"/>
              </a:rPr>
              <a:t>Der Agent noch nicht.</a:t>
            </a:r>
            <a:endParaRPr lang="en-US" sz="2800" dirty="0"/>
          </a:p>
        </p:txBody>
      </p:sp>
      <p:sp>
        <p:nvSpPr>
          <p:cNvPr id="36" name="Text 19">
            <a:extLst>
              <a:ext uri="{FF2B5EF4-FFF2-40B4-BE49-F238E27FC236}">
                <a16:creationId xmlns:a16="http://schemas.microsoft.com/office/drawing/2014/main" id="{45597F3F-E123-46B9-84BF-B9471E0251A0}"/>
              </a:ext>
            </a:extLst>
          </p:cNvPr>
          <p:cNvSpPr/>
          <p:nvPr/>
        </p:nvSpPr>
        <p:spPr>
          <a:xfrm>
            <a:off x="772510" y="5020983"/>
            <a:ext cx="10424160" cy="274320"/>
          </a:xfrm>
          <a:prstGeom prst="rect">
            <a:avLst/>
          </a:prstGeom>
          <a:noFill/>
          <a:ln/>
        </p:spPr>
        <p:txBody>
          <a:bodyPr wrap="square" lIns="0" tIns="0" rIns="0" bIns="0" rtlCol="0" anchor="ctr"/>
          <a:lstStyle/>
          <a:p>
            <a:pPr marL="0" indent="0">
              <a:buNone/>
            </a:pPr>
            <a:r>
              <a:rPr lang="en-US" sz="1200" i="1" dirty="0">
                <a:solidFill>
                  <a:srgbClr val="9C978D"/>
                </a:solidFill>
                <a:latin typeface="Inter" pitchFamily="34" charset="0"/>
                <a:ea typeface="Inter" pitchFamily="34" charset="-122"/>
                <a:cs typeface="Inter" pitchFamily="34" charset="-120"/>
              </a:rPr>
              <a:t>McKinsey (2025): In keinem einzelnen Unternehmensbereich nutzen mehr als 10 % Agenten skaliert.</a:t>
            </a:r>
            <a:endParaRPr lang="en-US" sz="1200" dirty="0"/>
          </a:p>
        </p:txBody>
      </p:sp>
      <p:sp>
        <p:nvSpPr>
          <p:cNvPr id="41" name="Shape 1">
            <a:extLst>
              <a:ext uri="{FF2B5EF4-FFF2-40B4-BE49-F238E27FC236}">
                <a16:creationId xmlns:a16="http://schemas.microsoft.com/office/drawing/2014/main" id="{4D11B216-84CB-4DCC-8DC9-6E43B274DE02}"/>
              </a:ext>
            </a:extLst>
          </p:cNvPr>
          <p:cNvSpPr/>
          <p:nvPr/>
        </p:nvSpPr>
        <p:spPr>
          <a:xfrm>
            <a:off x="533399" y="1653017"/>
            <a:ext cx="3238237" cy="1645920"/>
          </a:xfrm>
          <a:prstGeom prst="rect">
            <a:avLst/>
          </a:prstGeom>
          <a:solidFill>
            <a:srgbClr val="2B1D22"/>
          </a:solidFill>
          <a:ln/>
        </p:spPr>
        <p:txBody>
          <a:bodyPr/>
          <a:p/>
        </p:txBody>
      </p:sp>
      <p:sp>
        <p:nvSpPr>
          <p:cNvPr id="42" name="Shape 2">
            <a:extLst>
              <a:ext uri="{FF2B5EF4-FFF2-40B4-BE49-F238E27FC236}">
                <a16:creationId xmlns:a16="http://schemas.microsoft.com/office/drawing/2014/main" id="{19919526-F4F0-468E-BC2C-66A6946D1F55}"/>
              </a:ext>
            </a:extLst>
          </p:cNvPr>
          <p:cNvSpPr/>
          <p:nvPr/>
        </p:nvSpPr>
        <p:spPr>
          <a:xfrm>
            <a:off x="533399" y="1653017"/>
            <a:ext cx="3238237" cy="54864"/>
          </a:xfrm>
          <a:prstGeom prst="rect">
            <a:avLst/>
          </a:prstGeom>
          <a:solidFill>
            <a:schemeClr val="accent2"/>
          </a:solidFill>
          <a:ln/>
        </p:spPr>
        <p:txBody>
          <a:bodyPr/>
          <a:p/>
        </p:txBody>
      </p:sp>
      <p:sp>
        <p:nvSpPr>
          <p:cNvPr id="43" name="Text 3">
            <a:extLst>
              <a:ext uri="{FF2B5EF4-FFF2-40B4-BE49-F238E27FC236}">
                <a16:creationId xmlns:a16="http://schemas.microsoft.com/office/drawing/2014/main" id="{BFE68C19-3B69-413D-B333-0D28E02DC6B6}"/>
              </a:ext>
            </a:extLst>
          </p:cNvPr>
          <p:cNvSpPr/>
          <p:nvPr/>
        </p:nvSpPr>
        <p:spPr>
          <a:xfrm>
            <a:off x="896007" y="1835897"/>
            <a:ext cx="2560320" cy="822960"/>
          </a:xfrm>
          <a:prstGeom prst="rect">
            <a:avLst/>
          </a:prstGeom>
          <a:noFill/>
          <a:ln/>
        </p:spPr>
        <p:txBody>
          <a:bodyPr wrap="square" lIns="0" tIns="0" rIns="0" bIns="0" rtlCol="0" anchor="ctr"/>
          <a:lstStyle/>
          <a:p>
            <a:pPr marL="0" indent="0" algn="ctr">
              <a:buNone/>
            </a:pPr>
            <a:r>
              <a:rPr lang="en-US" sz="4800" b="1" dirty="0">
                <a:solidFill>
                  <a:srgbClr val="F3A09F"/>
                </a:solidFill>
                <a:latin typeface="Roboto Condensed" pitchFamily="34" charset="0"/>
                <a:ea typeface="Inter" pitchFamily="34" charset="-122"/>
                <a:cs typeface="Inter" pitchFamily="34" charset="-120"/>
              </a:rPr>
              <a:t>30 %</a:t>
            </a:r>
            <a:endParaRPr lang="en-US" sz="4800" dirty="0">
              <a:solidFill>
                <a:srgbClr val="F3A09F"/>
              </a:solidFill>
            </a:endParaRPr>
          </a:p>
        </p:txBody>
      </p:sp>
      <p:sp>
        <p:nvSpPr>
          <p:cNvPr id="44" name="Text 4">
            <a:extLst>
              <a:ext uri="{FF2B5EF4-FFF2-40B4-BE49-F238E27FC236}">
                <a16:creationId xmlns:a16="http://schemas.microsoft.com/office/drawing/2014/main" id="{05523D03-3AB9-495C-B5F6-F79722268C75}"/>
              </a:ext>
            </a:extLst>
          </p:cNvPr>
          <p:cNvSpPr/>
          <p:nvPr/>
        </p:nvSpPr>
        <p:spPr>
          <a:xfrm>
            <a:off x="896007" y="2567417"/>
            <a:ext cx="2560320" cy="640080"/>
          </a:xfrm>
          <a:prstGeom prst="rect">
            <a:avLst/>
          </a:prstGeom>
          <a:noFill/>
          <a:ln/>
        </p:spPr>
        <p:txBody>
          <a:bodyPr wrap="square" lIns="0" tIns="0" rIns="0" bIns="0" rtlCol="0" anchor="ctr"/>
          <a:lstStyle/>
          <a:p>
            <a:pPr algn="ctr"/>
            <a:r>
              <a:rPr lang="de-DE" sz="1300" dirty="0">
                <a:solidFill>
                  <a:srgbClr val="DCD6CB"/>
                </a:solidFill>
                <a:latin typeface="Inter" pitchFamily="34" charset="0"/>
                <a:ea typeface="Inter" pitchFamily="34" charset="-122"/>
                <a:cs typeface="Inter" pitchFamily="34" charset="-120"/>
              </a:rPr>
              <a:t>der österreichischen Unternehmen nutzen KI (2021: 9 %, EU: 20 %)</a:t>
            </a:r>
            <a:endParaRPr lang="de-DE" sz="1100" dirty="0"/>
          </a:p>
        </p:txBody>
      </p:sp>
      <p:sp>
        <p:nvSpPr>
          <p:cNvPr id="23" name="STag">
            <a:extLst>
              <a:ext uri="{FF2B5EF4-FFF2-40B4-BE49-F238E27FC236}">
                <a16:creationId xmlns:a16="http://schemas.microsoft.com/office/drawing/2014/main" id="{E75DBAEB-1176-47EC-A462-DE293F9434AD}"/>
              </a:ext>
            </a:extLst>
          </p:cNvPr>
          <p:cNvSpPr txBox="1"/>
          <p:nvPr/>
        </p:nvSpPr>
        <p:spPr>
          <a:xfrm>
            <a:off x="493714" y="386121"/>
            <a:ext cx="3200000" cy="230832"/>
          </a:xfrm>
          <a:prstGeom prst="rect">
            <a:avLst/>
          </a:prstGeom>
          <a:noFill/>
        </p:spPr>
        <p:txBody>
          <a:bodyPr wrap="square">
            <a:spAutoFit/>
          </a:bodyPr>
          <a:lstStyle/>
          <a:p>
            <a:pPr algn="l">
              <a:defRPr sz="900" b="1">
                <a:solidFill>
                  <a:srgbClr val="F3A09F"/>
                </a:solidFill>
                <a:latin typeface="Inter"/>
              </a:defRPr>
            </a:pPr>
            <a:r>
              <a:rPr lang="de-DE" dirty="0"/>
              <a:t>REALITÄT HEUTE · BELEGT</a:t>
            </a:r>
            <a:endParaRPr dirty="0"/>
          </a:p>
        </p:txBody>
      </p:sp>
    </p:spTree>
    <p:extLst>
      <p:ext uri="{BB962C8B-B14F-4D97-AF65-F5344CB8AC3E}">
        <p14:creationId xmlns:p14="http://schemas.microsoft.com/office/powerpoint/2010/main" val="2876277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par>
                                <p:cTn id="17" presetID="10" presetClass="entr" presetSubtype="0" fill="hold"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par>
                                <p:cTn id="20" presetID="10" presetClass="entr" presetSubtype="0" fill="hold"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00"/>
                                        <p:tgtEl>
                                          <p:spTgt spid="2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500"/>
                                        <p:tgtEl>
                                          <p:spTgt spid="3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500"/>
                                        <p:tgtEl>
                                          <p:spTgt spid="31"/>
                                        </p:tgtEl>
                                      </p:cBhvr>
                                    </p:animEffect>
                                  </p:childTnLst>
                                </p:cTn>
                              </p:par>
                              <p:par>
                                <p:cTn id="32" presetID="10" presetClass="entr" presetSubtype="0" fill="hold" nodeType="withEffect">
                                  <p:stCondLst>
                                    <p:cond delay="0"/>
                                  </p:stCondLst>
                                  <p:childTnLst>
                                    <p:set>
                                      <p:cBhvr>
                                        <p:cTn id="33" dur="1" fill="hold">
                                          <p:stCondLst>
                                            <p:cond delay="0"/>
                                          </p:stCondLst>
                                        </p:cTn>
                                        <p:tgtEl>
                                          <p:spTgt spid="41"/>
                                        </p:tgtEl>
                                        <p:attrNameLst>
                                          <p:attrName>style.visibility</p:attrName>
                                        </p:attrNameLst>
                                      </p:cBhvr>
                                      <p:to>
                                        <p:strVal val="visible"/>
                                      </p:to>
                                    </p:set>
                                    <p:animEffect transition="in" filter="fade">
                                      <p:cBhvr>
                                        <p:cTn id="34" dur="500"/>
                                        <p:tgtEl>
                                          <p:spTgt spid="41"/>
                                        </p:tgtEl>
                                      </p:cBhvr>
                                    </p:animEffect>
                                  </p:childTnLst>
                                </p:cTn>
                              </p:par>
                              <p:par>
                                <p:cTn id="35" presetID="10" presetClass="entr" presetSubtype="0" fill="hold" nodeType="withEffect">
                                  <p:stCondLst>
                                    <p:cond delay="0"/>
                                  </p:stCondLst>
                                  <p:childTnLst>
                                    <p:set>
                                      <p:cBhvr>
                                        <p:cTn id="36" dur="1" fill="hold">
                                          <p:stCondLst>
                                            <p:cond delay="0"/>
                                          </p:stCondLst>
                                        </p:cTn>
                                        <p:tgtEl>
                                          <p:spTgt spid="42"/>
                                        </p:tgtEl>
                                        <p:attrNameLst>
                                          <p:attrName>style.visibility</p:attrName>
                                        </p:attrNameLst>
                                      </p:cBhvr>
                                      <p:to>
                                        <p:strVal val="visible"/>
                                      </p:to>
                                    </p:set>
                                    <p:animEffect transition="in" filter="fade">
                                      <p:cBhvr>
                                        <p:cTn id="37" dur="500"/>
                                        <p:tgtEl>
                                          <p:spTgt spid="4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3"/>
                                        </p:tgtEl>
                                        <p:attrNameLst>
                                          <p:attrName>style.visibility</p:attrName>
                                        </p:attrNameLst>
                                      </p:cBhvr>
                                      <p:to>
                                        <p:strVal val="visible"/>
                                      </p:to>
                                    </p:set>
                                    <p:animEffect transition="in" filter="fade">
                                      <p:cBhvr>
                                        <p:cTn id="40" dur="500"/>
                                        <p:tgtEl>
                                          <p:spTgt spid="4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4"/>
                                        </p:tgtEl>
                                        <p:attrNameLst>
                                          <p:attrName>style.visibility</p:attrName>
                                        </p:attrNameLst>
                                      </p:cBhvr>
                                      <p:to>
                                        <p:strVal val="visible"/>
                                      </p:to>
                                    </p:set>
                                    <p:animEffect transition="in" filter="fade">
                                      <p:cBhvr>
                                        <p:cTn id="43" dur="500"/>
                                        <p:tgtEl>
                                          <p:spTgt spid="4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3"/>
                                        </p:tgtEl>
                                        <p:attrNameLst>
                                          <p:attrName>style.visibility</p:attrName>
                                        </p:attrNameLst>
                                      </p:cBhvr>
                                      <p:to>
                                        <p:strVal val="visible"/>
                                      </p:to>
                                    </p:set>
                                    <p:animEffect transition="in" filter="fade">
                                      <p:cBhvr>
                                        <p:cTn id="48" dur="500"/>
                                        <p:tgtEl>
                                          <p:spTgt spid="33"/>
                                        </p:tgtEl>
                                      </p:cBhvr>
                                    </p:animEffect>
                                  </p:childTnLst>
                                </p:cTn>
                              </p:par>
                              <p:par>
                                <p:cTn id="49" presetID="10" presetClass="entr" presetSubtype="0" fill="hold" nodeType="with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fade">
                                      <p:cBhvr>
                                        <p:cTn id="51" dur="500"/>
                                        <p:tgtEl>
                                          <p:spTgt spid="3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fade">
                                      <p:cBhvr>
                                        <p:cTn id="54" dur="500"/>
                                        <p:tgtEl>
                                          <p:spTgt spid="3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6"/>
                                        </p:tgtEl>
                                        <p:attrNameLst>
                                          <p:attrName>style.visibility</p:attrName>
                                        </p:attrNameLst>
                                      </p:cBhvr>
                                      <p:to>
                                        <p:strVal val="visible"/>
                                      </p:to>
                                    </p:set>
                                    <p:animEffect transition="in" filter="fade">
                                      <p:cBhvr>
                                        <p:cTn id="5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9" grpId="0" animBg="1"/>
      <p:bldP spid="30" grpId="0" animBg="1"/>
      <p:bldP spid="31" grpId="0" animBg="1"/>
      <p:bldP spid="35" grpId="0" animBg="1"/>
      <p:bldP spid="36" grpId="0" animBg="1"/>
      <p:bldP spid="43" grpId="0" animBg="1"/>
      <p:bldP spid="4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8EF4FA5-9BA1-41BE-914F-F3ED6A18D42D}"/>
              </a:ext>
            </a:extLst>
          </p:cNvPr>
          <p:cNvSpPr>
            <a:spLocks noGrp="1"/>
          </p:cNvSpPr>
          <p:nvPr>
            <p:ph type="title"/>
          </p:nvPr>
        </p:nvSpPr>
        <p:spPr/>
        <p:txBody>
          <a:bodyPr>
            <a:noAutofit/>
          </a:bodyPr>
          <a:lstStyle/>
          <a:p>
            <a:r>
              <a:rPr lang="de-DE" b="1" dirty="0" cap="all">
                <a:latin typeface="Roboto Condensed" panose="00000500000000000000" pitchFamily="2" charset="0"/>
              </a:rPr>
              <a:t>„KI-</a:t>
            </a:r>
            <a:r>
              <a:rPr lang="de-DE" b="1" dirty="0" cap="all">
                <a:solidFill>
                  <a:srgbClr val="F3A09F"/>
                </a:solidFill>
                <a:latin typeface="Roboto Condensed" panose="00000500000000000000" pitchFamily="2" charset="0"/>
              </a:rPr>
              <a:t>Potenzial</a:t>
            </a:r>
            <a:r>
              <a:rPr lang="de-DE" b="1" dirty="0" cap="all">
                <a:latin typeface="Roboto Condensed" panose="00000500000000000000" pitchFamily="2" charset="0"/>
              </a:rPr>
              <a:t> vs. KI-</a:t>
            </a:r>
            <a:r>
              <a:rPr lang="de-DE" b="1" dirty="0" cap="all">
                <a:solidFill>
                  <a:srgbClr val="F3A09F"/>
                </a:solidFill>
                <a:latin typeface="Roboto Condensed" panose="00000500000000000000" pitchFamily="2" charset="0"/>
              </a:rPr>
              <a:t>Realität</a:t>
            </a:r>
            <a:r>
              <a:rPr lang="de-DE" b="1" dirty="0" cap="all">
                <a:latin typeface="Roboto Condensed" panose="00000500000000000000" pitchFamily="2" charset="0"/>
              </a:rPr>
              <a:t>“</a:t>
            </a:r>
          </a:p>
        </p:txBody>
      </p:sp>
      <p:graphicFrame>
        <p:nvGraphicFramePr>
          <p:cNvPr id="5" name="Radar_Potenzial_Realitaet">
            <a:extLst>
              <a:ext uri="{FF2B5EF4-FFF2-40B4-BE49-F238E27FC236}">
                <a16:creationId xmlns:a16="http://schemas.microsoft.com/office/drawing/2014/main" id="{9E46C99C-1342-4BF5-BFEA-610776EFC7B7}"/>
              </a:ext>
            </a:extLst>
          </p:cNvPr>
          <p:cNvGraphicFramePr>
            <a:graphicFrameLocks noGrp="1"/>
          </p:cNvGraphicFramePr>
          <p:nvPr>
            <p:extLst>
              <p:ext uri="{D42A27DB-BD31-4B8C-83A1-F6EECF244321}">
                <p14:modId xmlns:p14="http://schemas.microsoft.com/office/powerpoint/2010/main" val="3018091867"/>
              </p:ext>
            </p:extLst>
          </p:nvPr>
        </p:nvGraphicFramePr>
        <p:xfrm>
          <a:off x="320040" y="1280160"/>
          <a:ext cx="6537960" cy="4754880"/>
        </p:xfrm>
        <a:graphic>
          <a:graphicData uri="http://schemas.openxmlformats.org/drawingml/2006/chart">
            <c:chart xmlns:c="http://schemas.openxmlformats.org/drawingml/2006/chart" xmlns:r="http://schemas.openxmlformats.org/officeDocument/2006/relationships" r:id="rId2"/>
          </a:graphicData>
        </a:graphic>
      </p:graphicFrame>
      <p:sp>
        <p:nvSpPr>
          <p:cNvPr id="6" name="STag">
            <a:extLst>
              <a:ext uri="{FF2B5EF4-FFF2-40B4-BE49-F238E27FC236}">
                <a16:creationId xmlns:a16="http://schemas.microsoft.com/office/drawing/2014/main" id="{8FD8344E-5DE4-485B-B2D2-79E174F7F7D7}"/>
              </a:ext>
            </a:extLst>
          </p:cNvPr>
          <p:cNvSpPr txBox="1"/>
          <p:nvPr/>
        </p:nvSpPr>
        <p:spPr>
          <a:xfrm>
            <a:off x="493714" y="386121"/>
            <a:ext cx="3200000" cy="230832"/>
          </a:xfrm>
          <a:prstGeom prst="rect">
            <a:avLst/>
          </a:prstGeom>
          <a:noFill/>
        </p:spPr>
        <p:txBody>
          <a:bodyPr wrap="square">
            <a:spAutoFit/>
          </a:bodyPr>
          <a:lstStyle/>
          <a:p>
            <a:pPr algn="l">
              <a:defRPr sz="900" b="1">
                <a:solidFill>
                  <a:srgbClr val="F3A09F"/>
                </a:solidFill>
                <a:latin typeface="Inter"/>
              </a:defRPr>
            </a:pPr>
            <a:r>
              <a:rPr lang="de-DE" dirty="0">
                <a:solidFill/>
              </a:rPr>
              <a:t>STUDIE · MÄRZ 2026</a:t>
            </a:r>
            <a:endParaRPr dirty="0"/>
          </a:p>
        </p:txBody>
      </p:sp>
      <p:sp>
        <p:nvSpPr>
          <p:cNvPr id="7" name="Stat94"/>
          <p:cNvSpPr txBox="1"/>
          <p:nvPr/>
        </p:nvSpPr>
        <p:spPr>
          <a:xfrm>
            <a:off x="6903720" y="1417320"/>
            <a:ext cx="4754880" cy="914400"/>
          </a:xfrm>
          <a:prstGeom prst="rect">
            <a:avLst/>
          </a:prstGeom>
          <a:noFill/>
        </p:spPr>
        <p:txBody>
          <a:bodyPr wrap="square" lIns="45720" rIns="45720" tIns="18288" bIns="18288">
            <a:spAutoFit/>
          </a:bodyPr>
          <a:lstStyle/>
          <a:p>
            <a:r>
              <a:rPr sz="6000" b="1" cap="all">
                <a:solidFill>
                  <a:srgbClr val="F3A09F"/>
                </a:solidFill>
                <a:latin typeface="Roboto Condensed"/>
              </a:rPr>
              <a:t>94 %</a:t>
            </a:r>
          </a:p>
        </p:txBody>
      </p:sp>
      <p:sp>
        <p:nvSpPr>
          <p:cNvPr id="8" name="Stat94Txt"/>
          <p:cNvSpPr txBox="1"/>
          <p:nvPr/>
        </p:nvSpPr>
        <p:spPr>
          <a:xfrm>
            <a:off x="6949440" y="2377440"/>
            <a:ext cx="4663440" cy="822960"/>
          </a:xfrm>
          <a:prstGeom prst="rect">
            <a:avLst/>
          </a:prstGeom>
          <a:noFill/>
        </p:spPr>
        <p:txBody>
          <a:bodyPr wrap="square" lIns="45720" rIns="45720" tIns="18288" bIns="18288">
            <a:spAutoFit/>
          </a:bodyPr>
          <a:lstStyle/>
          <a:p>
            <a:r>
              <a:rPr sz="1600" b="0">
                <a:solidFill>
                  <a:srgbClr val="F4EFE4"/>
                </a:solidFill>
                <a:latin typeface="Inter"/>
              </a:rPr>
              <a:t>der Aufgaben in Informatik &amp; Mathematik könnten Sprachmodelle theoretisch erledigen</a:t>
            </a:r>
          </a:p>
        </p:txBody>
      </p:sp>
      <p:sp>
        <p:nvSpPr>
          <p:cNvPr id="9" name="Stat33"/>
          <p:cNvSpPr txBox="1"/>
          <p:nvPr/>
        </p:nvSpPr>
        <p:spPr>
          <a:xfrm>
            <a:off x="6903720" y="3246120"/>
            <a:ext cx="4754880" cy="914400"/>
          </a:xfrm>
          <a:prstGeom prst="rect">
            <a:avLst/>
          </a:prstGeom>
          <a:noFill/>
        </p:spPr>
        <p:txBody>
          <a:bodyPr wrap="square" lIns="45720" rIns="45720" tIns="18288" bIns="18288">
            <a:spAutoFit/>
          </a:bodyPr>
          <a:lstStyle/>
          <a:p>
            <a:r>
              <a:rPr sz="6000" b="1" cap="all">
                <a:solidFill>
                  <a:srgbClr val="F3A09F"/>
                </a:solidFill>
                <a:latin typeface="Roboto Condensed"/>
              </a:rPr>
              <a:t>33 %</a:t>
            </a:r>
          </a:p>
        </p:txBody>
      </p:sp>
      <p:sp>
        <p:nvSpPr>
          <p:cNvPr id="10" name="Stat33Txt"/>
          <p:cNvSpPr txBox="1"/>
          <p:nvPr/>
        </p:nvSpPr>
        <p:spPr>
          <a:xfrm>
            <a:off x="6949440" y="4206240"/>
            <a:ext cx="4663440" cy="822960"/>
          </a:xfrm>
          <a:prstGeom prst="rect">
            <a:avLst/>
          </a:prstGeom>
          <a:noFill/>
        </p:spPr>
        <p:txBody>
          <a:bodyPr wrap="square" lIns="45720" rIns="45720" tIns="18288" bIns="18288">
            <a:spAutoFit/>
          </a:bodyPr>
          <a:lstStyle/>
          <a:p>
            <a:r>
              <a:rPr sz="1600" b="0">
                <a:solidFill>
                  <a:srgbClr val="F4EFE4"/>
                </a:solidFill>
                <a:latin typeface="Inter"/>
              </a:rPr>
              <a:t>der Aufgaben werden dort tatsächlich schon mit KI (Claude) erledigt</a:t>
            </a:r>
          </a:p>
        </p:txBody>
      </p:sp>
      <p:sp>
        <p:nvSpPr>
          <p:cNvPr id="11" name="Fazit"/>
          <p:cNvSpPr txBox="1"/>
          <p:nvPr/>
        </p:nvSpPr>
        <p:spPr>
          <a:xfrm>
            <a:off x="6949440" y="5074920"/>
            <a:ext cx="4663440" cy="457200"/>
          </a:xfrm>
          <a:prstGeom prst="rect">
            <a:avLst/>
          </a:prstGeom>
          <a:noFill/>
        </p:spPr>
        <p:txBody>
          <a:bodyPr wrap="square" lIns="45720" rIns="45720" tIns="18288" bIns="18288">
            <a:spAutoFit/>
          </a:bodyPr>
          <a:lstStyle/>
          <a:p>
            <a:r>
              <a:rPr sz="1800" b="1">
                <a:solidFill>
                  <a:srgbClr val="F4EFE4"/>
                </a:solidFill>
                <a:latin typeface="Inter"/>
              </a:rPr>
              <a:t>Das Potenzial ist da – die Praxis hinkt hinterher.</a:t>
            </a:r>
          </a:p>
        </p:txBody>
      </p:sp>
      <p:sp>
        <p:nvSpPr>
          <p:cNvPr id="12" name="Quelle"/>
          <p:cNvSpPr txBox="1"/>
          <p:nvPr/>
        </p:nvSpPr>
        <p:spPr>
          <a:xfrm>
            <a:off x="548640" y="6035040"/>
            <a:ext cx="11064240" cy="274320"/>
          </a:xfrm>
          <a:prstGeom prst="rect">
            <a:avLst/>
          </a:prstGeom>
          <a:noFill/>
        </p:spPr>
        <p:txBody>
          <a:bodyPr wrap="square" lIns="45720" rIns="45720" tIns="18288" bIns="18288">
            <a:spAutoFit/>
          </a:bodyPr>
          <a:lstStyle/>
          <a:p>
            <a:r>
              <a:rPr sz="900" b="0">
                <a:solidFill>
                  <a:srgbClr val="9C978D"/>
                </a:solidFill>
                <a:latin typeface="Inter"/>
              </a:rPr>
              <a:t>Quelle und Abb.: Massenkoff &amp; McCrory (2026): Labor market impacts of AI. Anthropic, 5. März 2026, Figure 2 | US-Daten | Werte aus der Abbildung digitalisiert (±2 Prozentpunkte)</a:t>
            </a:r>
          </a:p>
        </p:txBody>
      </p:sp>
    </p:spTree>
    <p:extLst>
      <p:ext uri="{BB962C8B-B14F-4D97-AF65-F5344CB8AC3E}">
        <p14:creationId xmlns:p14="http://schemas.microsoft.com/office/powerpoint/2010/main" val="3249281221"/>
      </p:ext>
    </p:extLst>
  </p:cSld>
  <p:clrMapOvr>
    <a:masterClrMapping/>
  </p:clrMapOvr>
  <p:timing>
    <p:tnLst>
      <p:par>
        <p:cTn id="1" dur="indefinite" restart="never" nodeType="tmRoot">
          <p:childTnLst>
            <p:seq concurrent="1" nextAc="seek">
              <p:cTn id="2" dur="indefinite" nodeType="mainSeq">
                <p:childTnLst>
                  <p:par>
                    <p:cTn id="6" fill="hold">
                      <p:stCondLst>
                        <p:cond delay="indefinite"/>
                        <p:cond evt="onBegin" delay="0">
                          <p:tn val="2"/>
                        </p:cond>
                      </p:stCondLst>
                      <p:childTnLst>
                        <p:par>
                          <p:cTn id="7"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graphicEl>
                                              <a:chart seriesIdx="-3" categoryIdx="-3" bldStep="gridLegend"/>
                                            </p:graphicEl>
                                          </p:spTgt>
                                        </p:tgtEl>
                                        <p:attrNameLst>
                                          <p:attrName>style.visibility</p:attrName>
                                        </p:attrNameLst>
                                      </p:cBhvr>
                                      <p:to>
                                        <p:strVal val="visible"/>
                                      </p:to>
                                    </p:set>
                                    <p:animEffect transition="in" filter="fade">
                                      <p:cBhvr>
                                        <p:cTn id="5" dur="600"/>
                                        <p:tgtEl>
                                          <p:spTgt spid="5">
                                            <p:graphicEl>
                                              <a:chart seriesIdx="-3" categoryIdx="-3" bldStep="gridLegend"/>
                                            </p:graphicEl>
                                          </p:spTgt>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5">
                                            <p:graphicEl>
                                              <a:chart seriesIdx="0" categoryIdx="-4" bldStep="series"/>
                                            </p:graphicEl>
                                          </p:spTgt>
                                        </p:tgtEl>
                                        <p:attrNameLst>
                                          <p:attrName>style.visibility</p:attrName>
                                        </p:attrNameLst>
                                      </p:cBhvr>
                                      <p:to>
                                        <p:strVal val="visible"/>
                                      </p:to>
                                    </p:set>
                                    <p:animEffect transition="in" filter="fade">
                                      <p:cBhvr>
                                        <p:cTn id="10" dur="600"/>
                                        <p:tgtEl>
                                          <p:spTgt spid="5">
                                            <p:graphicEl>
                                              <a:chart seriesIdx="0" categoryIdx="-4" bldStep="series"/>
                                            </p:graphicEl>
                                          </p:spTgt>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graphicEl>
                                              <a:chart seriesIdx="1" categoryIdx="-4" bldStep="series"/>
                                            </p:graphicEl>
                                          </p:spTgt>
                                        </p:tgtEl>
                                        <p:attrNameLst>
                                          <p:attrName>style.visibility</p:attrName>
                                        </p:attrNameLst>
                                      </p:cBhvr>
                                      <p:to>
                                        <p:strVal val="visible"/>
                                      </p:to>
                                    </p:set>
                                    <p:animEffect transition="in" filter="fade">
                                      <p:cBhvr>
                                        <p:cTn id="15" dur="600"/>
                                        <p:tgtEl>
                                          <p:spTgt spid="5">
                                            <p:graphicEl>
                                              <a:chart seriesIdx="1" categoryIdx="-4" bldStep="series"/>
                                            </p:graphicEl>
                                          </p:spTgt>
                                        </p:tgtEl>
                                      </p:cBhvr>
                                    </p:animEffect>
                                  </p:childTnLst>
                                </p:cTn>
                              </p:par>
                            </p:childTnLst>
                          </p:cTn>
                        </p:par>
                      </p:childTnLst>
                    </p:cTn>
                  </p:par>
                  <p:par>
                    <p:cTn id="24" fill="hold">
                      <p:stCondLst>
                        <p:cond delay="indefinite"/>
                      </p:stCondLst>
                      <p:childTnLst>
                        <p:par>
                          <p:cTn id="25"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60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childTnLst>
                                </p:cTn>
                              </p:par>
                            </p:childTnLst>
                          </p:cTn>
                        </p:par>
                      </p:childTnLst>
                    </p:cTn>
                  </p:par>
                  <p:par>
                    <p:cTn id="35" fill="hold">
                      <p:stCondLst>
                        <p:cond delay="indefinite"/>
                      </p:stCondLst>
                      <p:childTnLst>
                        <p:par>
                          <p:cTn id="36"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p:tgtEl>
                                          <p:spTgt spid="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6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6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Graphic spid="5" grpId="0">
        <p:bldSub>
          <a:bldChart bld="series"/>
        </p:bldSub>
      </p:bldGraphic>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el 1">
            <a:extLst>
              <a:ext uri="{FF2B5EF4-FFF2-40B4-BE49-F238E27FC236}">
                <a16:creationId xmlns:a16="http://schemas.microsoft.com/office/drawing/2014/main" id="{BC0412A8-C89B-4F44-8CFC-173A8F87B0E0}"/>
              </a:ext>
            </a:extLst>
          </p:cNvPr>
          <p:cNvSpPr>
            <a:spLocks noGrp="1"/>
          </p:cNvSpPr>
          <p:nvPr>
            <p:ph type="title"/>
          </p:nvPr>
        </p:nvSpPr>
        <p:spPr/>
        <p:txBody>
          <a:bodyPr/>
          <a:lstStyle/>
          <a:p>
            <a:pPr>
              <a:tabLst>
                <a:tab pos="2955925" algn="l"/>
              </a:tabLst>
            </a:pPr>
            <a:r>
              <a:rPr lang="de-DE" b="1" dirty="0" cap="all">
                <a:latin typeface="Roboto Condensed" panose="00000500000000000000" pitchFamily="2" charset="0"/>
              </a:rPr>
              <a:t>Mensch + KI: was Studien </a:t>
            </a:r>
            <a:r>
              <a:rPr lang="de-DE" b="1" dirty="0" cap="all">
                <a:solidFill>
                  <a:srgbClr val="F3A09F"/>
                </a:solidFill>
                <a:latin typeface="Roboto Condensed" panose="00000500000000000000" pitchFamily="2" charset="0"/>
              </a:rPr>
              <a:t>zeigen</a:t>
            </a:r>
            <a:r>
              <a:rPr lang="de-DE" b="1" dirty="0" cap="all">
                <a:solidFill>
                  <a:srgbClr val="F3A09F"/>
                </a:solidFill>
                <a:latin typeface="Roboto Condensed" panose="00000500000000000000" pitchFamily="2" charset="0"/>
              </a:rPr>
              <a:t>.</a:t>
            </a:r>
          </a:p>
        </p:txBody>
      </p:sp>
      <p:sp>
        <p:nvSpPr>
          <p:cNvPr id="19" name="Shape 1">
            <a:extLst>
              <a:ext uri="{FF2B5EF4-FFF2-40B4-BE49-F238E27FC236}">
                <a16:creationId xmlns:a16="http://schemas.microsoft.com/office/drawing/2014/main" id="{5809FB1B-5A16-4030-867A-1FA11896A30A}"/>
              </a:ext>
            </a:extLst>
          </p:cNvPr>
          <p:cNvSpPr/>
          <p:nvPr/>
        </p:nvSpPr>
        <p:spPr>
          <a:xfrm>
            <a:off x="4568846" y="1675877"/>
            <a:ext cx="3238237" cy="1645920"/>
          </a:xfrm>
          <a:prstGeom prst="rect">
            <a:avLst/>
          </a:prstGeom>
          <a:solidFill>
            <a:srgbClr val="2B1D22"/>
          </a:solidFill>
          <a:ln/>
        </p:spPr>
        <p:txBody>
          <a:bodyPr/>
          <a:p/>
        </p:txBody>
      </p:sp>
      <p:sp>
        <p:nvSpPr>
          <p:cNvPr id="20" name="Shape 2">
            <a:extLst>
              <a:ext uri="{FF2B5EF4-FFF2-40B4-BE49-F238E27FC236}">
                <a16:creationId xmlns:a16="http://schemas.microsoft.com/office/drawing/2014/main" id="{374F9091-EAD9-4A13-899E-6D4DB2C229CF}"/>
              </a:ext>
            </a:extLst>
          </p:cNvPr>
          <p:cNvSpPr/>
          <p:nvPr/>
        </p:nvSpPr>
        <p:spPr>
          <a:xfrm>
            <a:off x="4568846" y="1675877"/>
            <a:ext cx="3238237" cy="54864"/>
          </a:xfrm>
          <a:prstGeom prst="rect">
            <a:avLst/>
          </a:prstGeom>
          <a:solidFill>
            <a:schemeClr val="accent2"/>
          </a:solidFill>
          <a:ln/>
        </p:spPr>
        <p:txBody>
          <a:bodyPr/>
          <a:p/>
        </p:txBody>
      </p:sp>
      <p:sp>
        <p:nvSpPr>
          <p:cNvPr id="21" name="Text 3">
            <a:extLst>
              <a:ext uri="{FF2B5EF4-FFF2-40B4-BE49-F238E27FC236}">
                <a16:creationId xmlns:a16="http://schemas.microsoft.com/office/drawing/2014/main" id="{D020DA2D-6622-4E5E-B227-1EE5E7239473}"/>
              </a:ext>
            </a:extLst>
          </p:cNvPr>
          <p:cNvSpPr/>
          <p:nvPr/>
        </p:nvSpPr>
        <p:spPr>
          <a:xfrm>
            <a:off x="4962985" y="1858757"/>
            <a:ext cx="2560320" cy="822960"/>
          </a:xfrm>
          <a:prstGeom prst="rect">
            <a:avLst/>
          </a:prstGeom>
          <a:noFill/>
          <a:ln/>
        </p:spPr>
        <p:txBody>
          <a:bodyPr wrap="square" lIns="0" tIns="0" rIns="0" bIns="0" rtlCol="0" anchor="ctr"/>
          <a:lstStyle/>
          <a:p>
            <a:pPr marL="0" indent="0" algn="ctr">
              <a:buNone/>
            </a:pPr>
            <a:r>
              <a:rPr lang="en-US" sz="4800" b="1" dirty="0">
                <a:solidFill>
                  <a:srgbClr val="F3A09F"/>
                </a:solidFill>
                <a:latin typeface="Roboto Condensed" pitchFamily="34" charset="0"/>
                <a:ea typeface="Inter" pitchFamily="34" charset="-122"/>
                <a:cs typeface="Inter" pitchFamily="34" charset="-120"/>
              </a:rPr>
              <a:t>−19 PP</a:t>
            </a:r>
            <a:endParaRPr lang="en-US" sz="4800" dirty="0">
              <a:solidFill>
                <a:srgbClr val="F3A09F"/>
              </a:solidFill>
            </a:endParaRPr>
          </a:p>
        </p:txBody>
      </p:sp>
      <p:sp>
        <p:nvSpPr>
          <p:cNvPr id="22" name="Text 4">
            <a:extLst>
              <a:ext uri="{FF2B5EF4-FFF2-40B4-BE49-F238E27FC236}">
                <a16:creationId xmlns:a16="http://schemas.microsoft.com/office/drawing/2014/main" id="{29969314-E244-4392-BD5F-C3281CD5ED4A}"/>
              </a:ext>
            </a:extLst>
          </p:cNvPr>
          <p:cNvSpPr/>
          <p:nvPr/>
        </p:nvSpPr>
        <p:spPr>
          <a:xfrm>
            <a:off x="5063027" y="2590277"/>
            <a:ext cx="2360236" cy="640080"/>
          </a:xfrm>
          <a:prstGeom prst="rect">
            <a:avLst/>
          </a:prstGeom>
          <a:noFill/>
          <a:ln/>
        </p:spPr>
        <p:txBody>
          <a:bodyPr wrap="square" lIns="0" tIns="0" rIns="0" bIns="0" rtlCol="0" anchor="ctr"/>
          <a:lstStyle/>
          <a:p>
            <a:pPr algn="ctr"/>
            <a:br>
              <a:rPr lang="de-DE" sz="1100" dirty="0">
                <a:solidFill>
                  <a:srgbClr val="DCD6CB"/>
                </a:solidFill>
                <a:latin typeface="Inter" pitchFamily="34" charset="0"/>
                <a:ea typeface="Inter" pitchFamily="34" charset="-122"/>
                <a:cs typeface="Inter" pitchFamily="34" charset="-120"/>
              </a:rPr>
            </a:br>
            <a:r>
              <a:rPr lang="de-DE" sz="1300" dirty="0">
                <a:solidFill>
                  <a:srgbClr val="DCD6CB"/>
                </a:solidFill>
                <a:latin typeface="Inter" pitchFamily="34" charset="0"/>
                <a:ea typeface="Inter" pitchFamily="34" charset="-122"/>
                <a:cs typeface="Inter" pitchFamily="34" charset="-120"/>
              </a:rPr>
              <a:t>seltener richtig bei Aufgaben jenseits dieser Grenze – mit KI</a:t>
            </a:r>
            <a:endParaRPr lang="de-DE" sz="1100" dirty="0"/>
          </a:p>
        </p:txBody>
      </p:sp>
      <p:sp>
        <p:nvSpPr>
          <p:cNvPr id="27" name="Shape 9">
            <a:extLst>
              <a:ext uri="{FF2B5EF4-FFF2-40B4-BE49-F238E27FC236}">
                <a16:creationId xmlns:a16="http://schemas.microsoft.com/office/drawing/2014/main" id="{D2DA28C0-8BF1-4465-AFD3-1EFECBBC6587}"/>
              </a:ext>
            </a:extLst>
          </p:cNvPr>
          <p:cNvSpPr/>
          <p:nvPr/>
        </p:nvSpPr>
        <p:spPr>
          <a:xfrm>
            <a:off x="8325775" y="1675877"/>
            <a:ext cx="3238237" cy="1645920"/>
          </a:xfrm>
          <a:prstGeom prst="rect">
            <a:avLst/>
          </a:prstGeom>
          <a:solidFill>
            <a:srgbClr val="2B1D22"/>
          </a:solidFill>
          <a:ln/>
        </p:spPr>
        <p:txBody>
          <a:bodyPr/>
          <a:p/>
        </p:txBody>
      </p:sp>
      <p:sp>
        <p:nvSpPr>
          <p:cNvPr id="28" name="Shape 10">
            <a:extLst>
              <a:ext uri="{FF2B5EF4-FFF2-40B4-BE49-F238E27FC236}">
                <a16:creationId xmlns:a16="http://schemas.microsoft.com/office/drawing/2014/main" id="{53657A65-06A2-4591-ABA2-505A9ED17AE0}"/>
              </a:ext>
            </a:extLst>
          </p:cNvPr>
          <p:cNvSpPr/>
          <p:nvPr/>
        </p:nvSpPr>
        <p:spPr>
          <a:xfrm>
            <a:off x="8325775" y="1675877"/>
            <a:ext cx="3238237" cy="54864"/>
          </a:xfrm>
          <a:prstGeom prst="rect">
            <a:avLst/>
          </a:prstGeom>
          <a:solidFill>
            <a:schemeClr val="accent2"/>
          </a:solidFill>
          <a:ln/>
        </p:spPr>
        <p:txBody>
          <a:bodyPr/>
          <a:p/>
        </p:txBody>
      </p:sp>
      <p:sp>
        <p:nvSpPr>
          <p:cNvPr id="29" name="Text 11">
            <a:extLst>
              <a:ext uri="{FF2B5EF4-FFF2-40B4-BE49-F238E27FC236}">
                <a16:creationId xmlns:a16="http://schemas.microsoft.com/office/drawing/2014/main" id="{3A2D0AC2-E1F0-4026-A8D3-44A7EA0FE17E}"/>
              </a:ext>
            </a:extLst>
          </p:cNvPr>
          <p:cNvSpPr/>
          <p:nvPr/>
        </p:nvSpPr>
        <p:spPr>
          <a:xfrm>
            <a:off x="8735673" y="1858757"/>
            <a:ext cx="2560320" cy="822960"/>
          </a:xfrm>
          <a:prstGeom prst="rect">
            <a:avLst/>
          </a:prstGeom>
          <a:noFill/>
          <a:ln/>
        </p:spPr>
        <p:txBody>
          <a:bodyPr wrap="square" lIns="0" tIns="0" rIns="0" bIns="0" rtlCol="0" anchor="ctr"/>
          <a:lstStyle/>
          <a:p>
            <a:pPr marL="0" indent="0" algn="ctr">
              <a:buNone/>
            </a:pPr>
            <a:r>
              <a:rPr lang="en-US" sz="4800" b="1" dirty="0">
                <a:solidFill>
                  <a:srgbClr val="F3A09F"/>
                </a:solidFill>
                <a:latin typeface="Roboto Condensed" pitchFamily="34" charset="0"/>
                <a:ea typeface="Inter" pitchFamily="34" charset="-122"/>
                <a:cs typeface="Inter" pitchFamily="34" charset="-120"/>
              </a:rPr>
              <a:t>+34 %</a:t>
            </a:r>
            <a:endParaRPr lang="en-US" sz="4800" dirty="0">
              <a:solidFill>
                <a:srgbClr val="F3A09F"/>
              </a:solidFill>
            </a:endParaRPr>
          </a:p>
        </p:txBody>
      </p:sp>
      <p:sp>
        <p:nvSpPr>
          <p:cNvPr id="30" name="Text 12">
            <a:extLst>
              <a:ext uri="{FF2B5EF4-FFF2-40B4-BE49-F238E27FC236}">
                <a16:creationId xmlns:a16="http://schemas.microsoft.com/office/drawing/2014/main" id="{3E47929B-E0A2-4481-9D2F-B90FE70AFD62}"/>
              </a:ext>
            </a:extLst>
          </p:cNvPr>
          <p:cNvSpPr/>
          <p:nvPr/>
        </p:nvSpPr>
        <p:spPr>
          <a:xfrm>
            <a:off x="8735673" y="2590277"/>
            <a:ext cx="2560320" cy="640080"/>
          </a:xfrm>
          <a:prstGeom prst="rect">
            <a:avLst/>
          </a:prstGeom>
          <a:noFill/>
          <a:ln/>
        </p:spPr>
        <p:txBody>
          <a:bodyPr wrap="square" lIns="0" tIns="0" rIns="0" bIns="0" rtlCol="0" anchor="ctr"/>
          <a:lstStyle/>
          <a:p>
            <a:pPr algn="ctr"/>
            <a:r>
              <a:rPr lang="de-DE" sz="1300" dirty="0">
                <a:solidFill>
                  <a:srgbClr val="DCD6CB"/>
                </a:solidFill>
                <a:latin typeface="Inter" pitchFamily="34" charset="0"/>
                <a:ea typeface="Inter" pitchFamily="34" charset="-122"/>
                <a:cs typeface="Inter" pitchFamily="34" charset="-120"/>
              </a:rPr>
              <a:t>Produktivität bei Neulingen im Kundenservice (Ø +14 %, Erfahrene: kaum Effekt)</a:t>
            </a:r>
            <a:endParaRPr lang="en-US" sz="1100" dirty="0"/>
          </a:p>
        </p:txBody>
      </p:sp>
      <p:sp>
        <p:nvSpPr>
          <p:cNvPr id="31" name="Text 13">
            <a:extLst>
              <a:ext uri="{FF2B5EF4-FFF2-40B4-BE49-F238E27FC236}">
                <a16:creationId xmlns:a16="http://schemas.microsoft.com/office/drawing/2014/main" id="{322016F3-B2B6-4AAA-97F7-167B238CF2D4}"/>
              </a:ext>
            </a:extLst>
          </p:cNvPr>
          <p:cNvSpPr/>
          <p:nvPr/>
        </p:nvSpPr>
        <p:spPr>
          <a:xfrm>
            <a:off x="604345" y="3399044"/>
            <a:ext cx="10972800" cy="274320"/>
          </a:xfrm>
          <a:prstGeom prst="rect">
            <a:avLst/>
          </a:prstGeom>
          <a:noFill/>
          <a:ln/>
        </p:spPr>
        <p:txBody>
          <a:bodyPr wrap="square" lIns="0" tIns="0" rIns="0" bIns="0" rtlCol="0" anchor="ctr"/>
          <a:lstStyle/>
          <a:p>
            <a:r>
              <a:rPr lang="en-US" sz="900" dirty="0">
                <a:solidFill>
                  <a:srgbClr val="9C978D"/>
                </a:solidFill>
                <a:latin typeface="Inter" pitchFamily="34" charset="0"/>
                <a:ea typeface="Inter" pitchFamily="34" charset="-122"/>
                <a:cs typeface="Inter" pitchFamily="34" charset="-120"/>
              </a:rPr>
              <a:t>Dell'Acqua et al. (2026): Navigating the Jagged Technological Frontier. Organization Science | Brynjolfsson, Li &amp; Raymond (2025): Generative AI at Work. Quarterly Journal of Economics 140(2)</a:t>
            </a:r>
            <a:endParaRPr lang="en-US" sz="800" dirty="0"/>
          </a:p>
        </p:txBody>
      </p:sp>
      <p:sp>
        <p:nvSpPr>
          <p:cNvPr id="33" name="Shape 16">
            <a:extLst>
              <a:ext uri="{FF2B5EF4-FFF2-40B4-BE49-F238E27FC236}">
                <a16:creationId xmlns:a16="http://schemas.microsoft.com/office/drawing/2014/main" id="{1BB3CB83-5B1B-4598-857F-2D8611F74D70}"/>
              </a:ext>
            </a:extLst>
          </p:cNvPr>
          <p:cNvSpPr/>
          <p:nvPr/>
        </p:nvSpPr>
        <p:spPr>
          <a:xfrm>
            <a:off x="457200" y="4187319"/>
            <a:ext cx="11201400" cy="1245144"/>
          </a:xfrm>
          <a:prstGeom prst="rect">
            <a:avLst/>
          </a:prstGeom>
          <a:solidFill>
            <a:srgbClr val="2B1D22"/>
          </a:solidFill>
          <a:ln/>
        </p:spPr>
        <p:txBody>
          <a:bodyPr/>
          <a:p/>
        </p:txBody>
      </p:sp>
      <p:sp>
        <p:nvSpPr>
          <p:cNvPr id="34" name="Shape 17">
            <a:extLst>
              <a:ext uri="{FF2B5EF4-FFF2-40B4-BE49-F238E27FC236}">
                <a16:creationId xmlns:a16="http://schemas.microsoft.com/office/drawing/2014/main" id="{FB75A532-F9A7-4262-B1EE-7312844C2B3D}"/>
              </a:ext>
            </a:extLst>
          </p:cNvPr>
          <p:cNvSpPr/>
          <p:nvPr/>
        </p:nvSpPr>
        <p:spPr>
          <a:xfrm>
            <a:off x="457200" y="4187319"/>
            <a:ext cx="76200" cy="1245144"/>
          </a:xfrm>
          <a:prstGeom prst="rect">
            <a:avLst/>
          </a:prstGeom>
          <a:solidFill>
            <a:schemeClr val="accent2"/>
          </a:solidFill>
          <a:ln/>
        </p:spPr>
        <p:txBody>
          <a:bodyPr/>
          <a:p/>
        </p:txBody>
      </p:sp>
      <p:sp>
        <p:nvSpPr>
          <p:cNvPr id="35" name="Text 18">
            <a:extLst>
              <a:ext uri="{FF2B5EF4-FFF2-40B4-BE49-F238E27FC236}">
                <a16:creationId xmlns:a16="http://schemas.microsoft.com/office/drawing/2014/main" id="{4BACF439-AA60-4C13-AB05-EFF9D5A976B5}"/>
              </a:ext>
            </a:extLst>
          </p:cNvPr>
          <p:cNvSpPr/>
          <p:nvPr/>
        </p:nvSpPr>
        <p:spPr>
          <a:xfrm>
            <a:off x="772510" y="4382021"/>
            <a:ext cx="10578662" cy="548640"/>
          </a:xfrm>
          <a:prstGeom prst="rect">
            <a:avLst/>
          </a:prstGeom>
          <a:noFill/>
          <a:ln/>
        </p:spPr>
        <p:txBody>
          <a:bodyPr wrap="square" lIns="0" tIns="0" rIns="0" bIns="0" rtlCol="0" anchor="ctr"/>
          <a:lstStyle/>
          <a:p>
            <a:pPr marL="0" indent="0">
              <a:buNone/>
            </a:pPr>
            <a:r>
              <a:rPr lang="en-US" sz="2800" b="1" dirty="0">
                <a:solidFill>
                  <a:srgbClr val="F3A09F"/>
                </a:solidFill>
                <a:latin typeface="Roboto Condensed" pitchFamily="34" charset="0"/>
                <a:ea typeface="Inter" pitchFamily="34" charset="-122"/>
                <a:cs typeface="Inter" pitchFamily="34" charset="-120"/>
              </a:rPr>
              <a:t>KI hebt vor allem Einsteiger – </a:t>
            </a:r>
            <a:r>
              <a:rPr lang="en-US" sz="2800" dirty="0">
                <a:solidFill>
                  <a:srgbClr val="DCD6CB"/>
                </a:solidFill>
                <a:latin typeface="Roboto Condensed" pitchFamily="34" charset="0"/>
                <a:ea typeface="Inter" pitchFamily="34" charset="-122"/>
                <a:cs typeface="Inter" pitchFamily="34" charset="-120"/>
              </a:rPr>
              <a:t>und irrt dort, wo man es nicht erwartet.</a:t>
            </a:r>
            <a:endParaRPr lang="en-US" sz="2800" dirty="0"/>
          </a:p>
        </p:txBody>
      </p:sp>
      <p:sp>
        <p:nvSpPr>
          <p:cNvPr id="36" name="Text 19">
            <a:extLst>
              <a:ext uri="{FF2B5EF4-FFF2-40B4-BE49-F238E27FC236}">
                <a16:creationId xmlns:a16="http://schemas.microsoft.com/office/drawing/2014/main" id="{45597F3F-E123-46B9-84BF-B9471E0251A0}"/>
              </a:ext>
            </a:extLst>
          </p:cNvPr>
          <p:cNvSpPr/>
          <p:nvPr/>
        </p:nvSpPr>
        <p:spPr>
          <a:xfrm>
            <a:off x="772510" y="5020983"/>
            <a:ext cx="10424160" cy="274320"/>
          </a:xfrm>
          <a:prstGeom prst="rect">
            <a:avLst/>
          </a:prstGeom>
          <a:noFill/>
          <a:ln/>
        </p:spPr>
        <p:txBody>
          <a:bodyPr wrap="square" lIns="0" tIns="0" rIns="0" bIns="0" rtlCol="0" anchor="ctr"/>
          <a:lstStyle/>
          <a:p>
            <a:pPr marL="0" indent="0">
              <a:buNone/>
            </a:pPr>
            <a:r>
              <a:rPr lang="en-US" sz="1200" i="1" dirty="0">
                <a:solidFill>
                  <a:srgbClr val="9C978D"/>
                </a:solidFill>
                <a:latin typeface="Inter" pitchFamily="34" charset="0"/>
                <a:ea typeface="Inter" pitchFamily="34" charset="-122"/>
                <a:cs typeface="Inter" pitchFamily="34" charset="-120"/>
              </a:rPr>
              <a:t>Die Grenze dessen, was KI gut kann, ist „gezackt“: Sie verläuft quer durch einzelne Aufgaben, nicht entlang von Berufen.</a:t>
            </a:r>
            <a:endParaRPr lang="en-US" sz="1200" dirty="0"/>
          </a:p>
        </p:txBody>
      </p:sp>
      <p:sp>
        <p:nvSpPr>
          <p:cNvPr id="41" name="Shape 1">
            <a:extLst>
              <a:ext uri="{FF2B5EF4-FFF2-40B4-BE49-F238E27FC236}">
                <a16:creationId xmlns:a16="http://schemas.microsoft.com/office/drawing/2014/main" id="{4D11B216-84CB-4DCC-8DC9-6E43B274DE02}"/>
              </a:ext>
            </a:extLst>
          </p:cNvPr>
          <p:cNvSpPr/>
          <p:nvPr/>
        </p:nvSpPr>
        <p:spPr>
          <a:xfrm>
            <a:off x="533399" y="1653017"/>
            <a:ext cx="3238237" cy="1645920"/>
          </a:xfrm>
          <a:prstGeom prst="rect">
            <a:avLst/>
          </a:prstGeom>
          <a:solidFill>
            <a:srgbClr val="2B1D22"/>
          </a:solidFill>
          <a:ln/>
        </p:spPr>
        <p:txBody>
          <a:bodyPr/>
          <a:p/>
        </p:txBody>
      </p:sp>
      <p:sp>
        <p:nvSpPr>
          <p:cNvPr id="42" name="Shape 2">
            <a:extLst>
              <a:ext uri="{FF2B5EF4-FFF2-40B4-BE49-F238E27FC236}">
                <a16:creationId xmlns:a16="http://schemas.microsoft.com/office/drawing/2014/main" id="{19919526-F4F0-468E-BC2C-66A6946D1F55}"/>
              </a:ext>
            </a:extLst>
          </p:cNvPr>
          <p:cNvSpPr/>
          <p:nvPr/>
        </p:nvSpPr>
        <p:spPr>
          <a:xfrm>
            <a:off x="533399" y="1653017"/>
            <a:ext cx="3238237" cy="54864"/>
          </a:xfrm>
          <a:prstGeom prst="rect">
            <a:avLst/>
          </a:prstGeom>
          <a:solidFill>
            <a:schemeClr val="accent2"/>
          </a:solidFill>
          <a:ln/>
        </p:spPr>
        <p:txBody>
          <a:bodyPr/>
          <a:p/>
        </p:txBody>
      </p:sp>
      <p:sp>
        <p:nvSpPr>
          <p:cNvPr id="43" name="Text 3">
            <a:extLst>
              <a:ext uri="{FF2B5EF4-FFF2-40B4-BE49-F238E27FC236}">
                <a16:creationId xmlns:a16="http://schemas.microsoft.com/office/drawing/2014/main" id="{BFE68C19-3B69-413D-B333-0D28E02DC6B6}"/>
              </a:ext>
            </a:extLst>
          </p:cNvPr>
          <p:cNvSpPr/>
          <p:nvPr/>
        </p:nvSpPr>
        <p:spPr>
          <a:xfrm>
            <a:off x="896007" y="1835897"/>
            <a:ext cx="2560320" cy="822960"/>
          </a:xfrm>
          <a:prstGeom prst="rect">
            <a:avLst/>
          </a:prstGeom>
          <a:noFill/>
          <a:ln/>
        </p:spPr>
        <p:txBody>
          <a:bodyPr wrap="square" lIns="0" tIns="0" rIns="0" bIns="0" rtlCol="0" anchor="ctr"/>
          <a:lstStyle/>
          <a:p>
            <a:pPr marL="0" indent="0" algn="ctr">
              <a:buNone/>
            </a:pPr>
            <a:r>
              <a:rPr lang="en-US" sz="4800" b="1" dirty="0">
                <a:solidFill>
                  <a:srgbClr val="F3A09F"/>
                </a:solidFill>
                <a:latin typeface="Roboto Condensed" pitchFamily="34" charset="0"/>
                <a:ea typeface="Inter" pitchFamily="34" charset="-122"/>
                <a:cs typeface="Inter" pitchFamily="34" charset="-120"/>
              </a:rPr>
              <a:t>+40 %</a:t>
            </a:r>
            <a:endParaRPr lang="en-US" sz="4800" dirty="0">
              <a:solidFill>
                <a:srgbClr val="F3A09F"/>
              </a:solidFill>
            </a:endParaRPr>
          </a:p>
        </p:txBody>
      </p:sp>
      <p:sp>
        <p:nvSpPr>
          <p:cNvPr id="44" name="Text 4">
            <a:extLst>
              <a:ext uri="{FF2B5EF4-FFF2-40B4-BE49-F238E27FC236}">
                <a16:creationId xmlns:a16="http://schemas.microsoft.com/office/drawing/2014/main" id="{05523D03-3AB9-495C-B5F6-F79722268C75}"/>
              </a:ext>
            </a:extLst>
          </p:cNvPr>
          <p:cNvSpPr/>
          <p:nvPr/>
        </p:nvSpPr>
        <p:spPr>
          <a:xfrm>
            <a:off x="896007" y="2567417"/>
            <a:ext cx="2560320" cy="640080"/>
          </a:xfrm>
          <a:prstGeom prst="rect">
            <a:avLst/>
          </a:prstGeom>
          <a:noFill/>
          <a:ln/>
        </p:spPr>
        <p:txBody>
          <a:bodyPr wrap="square" lIns="0" tIns="0" rIns="0" bIns="0" rtlCol="0" anchor="ctr"/>
          <a:lstStyle/>
          <a:p>
            <a:pPr algn="ctr"/>
            <a:r>
              <a:rPr lang="de-DE" sz="1300" dirty="0">
                <a:solidFill>
                  <a:srgbClr val="DCD6CB"/>
                </a:solidFill>
                <a:latin typeface="Inter" pitchFamily="34" charset="0"/>
                <a:ea typeface="Inter" pitchFamily="34" charset="-122"/>
                <a:cs typeface="Inter" pitchFamily="34" charset="-120"/>
              </a:rPr>
              <a:t>bessere Qualität bei Aufgaben, die KI gut kann (Beratung, 758 Personen)</a:t>
            </a:r>
            <a:endParaRPr lang="de-DE" sz="1100" dirty="0"/>
          </a:p>
        </p:txBody>
      </p:sp>
      <p:sp>
        <p:nvSpPr>
          <p:cNvPr id="23" name="STag">
            <a:extLst>
              <a:ext uri="{FF2B5EF4-FFF2-40B4-BE49-F238E27FC236}">
                <a16:creationId xmlns:a16="http://schemas.microsoft.com/office/drawing/2014/main" id="{E75DBAEB-1176-47EC-A462-DE293F9434AD}"/>
              </a:ext>
            </a:extLst>
          </p:cNvPr>
          <p:cNvSpPr txBox="1"/>
          <p:nvPr/>
        </p:nvSpPr>
        <p:spPr>
          <a:xfrm>
            <a:off x="493714" y="386121"/>
            <a:ext cx="3200000" cy="230832"/>
          </a:xfrm>
          <a:prstGeom prst="rect">
            <a:avLst/>
          </a:prstGeom>
          <a:noFill/>
        </p:spPr>
        <p:txBody>
          <a:bodyPr wrap="square">
            <a:spAutoFit/>
          </a:bodyPr>
          <a:lstStyle/>
          <a:p>
            <a:pPr algn="l">
              <a:defRPr sz="900" b="1">
                <a:solidFill>
                  <a:srgbClr val="F3A09F"/>
                </a:solidFill>
                <a:latin typeface="Inter"/>
              </a:defRPr>
            </a:pPr>
            <a:r>
              <a:rPr lang="de-DE" dirty="0"/>
              <a:t>REALITÄT HEUTE · STUDIEN</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par>
                                <p:cTn id="17" presetID="10" presetClass="entr" presetSubtype="0" fill="hold"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par>
                                <p:cTn id="20" presetID="10" presetClass="entr" presetSubtype="0" fill="hold"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00"/>
                                        <p:tgtEl>
                                          <p:spTgt spid="2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500"/>
                                        <p:tgtEl>
                                          <p:spTgt spid="3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500"/>
                                        <p:tgtEl>
                                          <p:spTgt spid="31"/>
                                        </p:tgtEl>
                                      </p:cBhvr>
                                    </p:animEffect>
                                  </p:childTnLst>
                                </p:cTn>
                              </p:par>
                              <p:par>
                                <p:cTn id="32" presetID="10" presetClass="entr" presetSubtype="0" fill="hold" nodeType="withEffect">
                                  <p:stCondLst>
                                    <p:cond delay="0"/>
                                  </p:stCondLst>
                                  <p:childTnLst>
                                    <p:set>
                                      <p:cBhvr>
                                        <p:cTn id="33" dur="1" fill="hold">
                                          <p:stCondLst>
                                            <p:cond delay="0"/>
                                          </p:stCondLst>
                                        </p:cTn>
                                        <p:tgtEl>
                                          <p:spTgt spid="41"/>
                                        </p:tgtEl>
                                        <p:attrNameLst>
                                          <p:attrName>style.visibility</p:attrName>
                                        </p:attrNameLst>
                                      </p:cBhvr>
                                      <p:to>
                                        <p:strVal val="visible"/>
                                      </p:to>
                                    </p:set>
                                    <p:animEffect transition="in" filter="fade">
                                      <p:cBhvr>
                                        <p:cTn id="34" dur="500"/>
                                        <p:tgtEl>
                                          <p:spTgt spid="41"/>
                                        </p:tgtEl>
                                      </p:cBhvr>
                                    </p:animEffect>
                                  </p:childTnLst>
                                </p:cTn>
                              </p:par>
                              <p:par>
                                <p:cTn id="35" presetID="10" presetClass="entr" presetSubtype="0" fill="hold" nodeType="withEffect">
                                  <p:stCondLst>
                                    <p:cond delay="0"/>
                                  </p:stCondLst>
                                  <p:childTnLst>
                                    <p:set>
                                      <p:cBhvr>
                                        <p:cTn id="36" dur="1" fill="hold">
                                          <p:stCondLst>
                                            <p:cond delay="0"/>
                                          </p:stCondLst>
                                        </p:cTn>
                                        <p:tgtEl>
                                          <p:spTgt spid="42"/>
                                        </p:tgtEl>
                                        <p:attrNameLst>
                                          <p:attrName>style.visibility</p:attrName>
                                        </p:attrNameLst>
                                      </p:cBhvr>
                                      <p:to>
                                        <p:strVal val="visible"/>
                                      </p:to>
                                    </p:set>
                                    <p:animEffect transition="in" filter="fade">
                                      <p:cBhvr>
                                        <p:cTn id="37" dur="500"/>
                                        <p:tgtEl>
                                          <p:spTgt spid="4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3"/>
                                        </p:tgtEl>
                                        <p:attrNameLst>
                                          <p:attrName>style.visibility</p:attrName>
                                        </p:attrNameLst>
                                      </p:cBhvr>
                                      <p:to>
                                        <p:strVal val="visible"/>
                                      </p:to>
                                    </p:set>
                                    <p:animEffect transition="in" filter="fade">
                                      <p:cBhvr>
                                        <p:cTn id="40" dur="500"/>
                                        <p:tgtEl>
                                          <p:spTgt spid="4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4"/>
                                        </p:tgtEl>
                                        <p:attrNameLst>
                                          <p:attrName>style.visibility</p:attrName>
                                        </p:attrNameLst>
                                      </p:cBhvr>
                                      <p:to>
                                        <p:strVal val="visible"/>
                                      </p:to>
                                    </p:set>
                                    <p:animEffect transition="in" filter="fade">
                                      <p:cBhvr>
                                        <p:cTn id="43" dur="500"/>
                                        <p:tgtEl>
                                          <p:spTgt spid="4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3"/>
                                        </p:tgtEl>
                                        <p:attrNameLst>
                                          <p:attrName>style.visibility</p:attrName>
                                        </p:attrNameLst>
                                      </p:cBhvr>
                                      <p:to>
                                        <p:strVal val="visible"/>
                                      </p:to>
                                    </p:set>
                                    <p:animEffect transition="in" filter="fade">
                                      <p:cBhvr>
                                        <p:cTn id="48" dur="500"/>
                                        <p:tgtEl>
                                          <p:spTgt spid="33"/>
                                        </p:tgtEl>
                                      </p:cBhvr>
                                    </p:animEffect>
                                  </p:childTnLst>
                                </p:cTn>
                              </p:par>
                              <p:par>
                                <p:cTn id="49" presetID="10" presetClass="entr" presetSubtype="0" fill="hold" nodeType="with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fade">
                                      <p:cBhvr>
                                        <p:cTn id="51" dur="500"/>
                                        <p:tgtEl>
                                          <p:spTgt spid="3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fade">
                                      <p:cBhvr>
                                        <p:cTn id="54" dur="500"/>
                                        <p:tgtEl>
                                          <p:spTgt spid="3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6"/>
                                        </p:tgtEl>
                                        <p:attrNameLst>
                                          <p:attrName>style.visibility</p:attrName>
                                        </p:attrNameLst>
                                      </p:cBhvr>
                                      <p:to>
                                        <p:strVal val="visible"/>
                                      </p:to>
                                    </p:set>
                                    <p:animEffect transition="in" filter="fade">
                                      <p:cBhvr>
                                        <p:cTn id="5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9" grpId="0" animBg="1"/>
      <p:bldP spid="30" grpId="0" animBg="1"/>
      <p:bldP spid="31" grpId="0" animBg="1"/>
      <p:bldP spid="35" grpId="0" animBg="1"/>
      <p:bldP spid="36" grpId="0" animBg="1"/>
      <p:bldP spid="43" grpId="0" animBg="1"/>
      <p:bldP spid="44"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0412A8-C89B-4F44-8CFC-173A8F87B0E0}"/>
              </a:ext>
            </a:extLst>
          </p:cNvPr>
          <p:cNvSpPr>
            <a:spLocks noGrp="1"/>
          </p:cNvSpPr>
          <p:nvPr>
            <p:ph type="title"/>
          </p:nvPr>
        </p:nvSpPr>
        <p:spPr/>
        <p:txBody>
          <a:bodyPr/>
          <a:lstStyle/>
          <a:p>
            <a:pPr>
              <a:tabLst>
                <a:tab pos="2955925" algn="l"/>
              </a:tabLst>
            </a:pPr>
            <a:r>
              <a:rPr lang="de-DE" sz="4000" b="1" dirty="0" cap="all">
                <a:solidFill>
                  <a:srgbClr val="F4EFE4"/>
                </a:solidFill>
                <a:latin typeface="Roboto Condensed"/>
              </a:rPr>
              <a:t>Wo es (noch) </a:t>
            </a:r>
            <a:r>
              <a:rPr lang="de-DE" sz="4000" b="1" dirty="0" cap="all">
                <a:solidFill>
                  <a:srgbClr val="F3A09F"/>
                </a:solidFill>
                <a:latin typeface="Roboto Condensed"/>
              </a:rPr>
              <a:t>hakt</a:t>
            </a:r>
            <a:r>
              <a:rPr lang="de-DE" sz="4000" b="1" dirty="0" cap="all">
                <a:solidFill>
                  <a:srgbClr val="F4EFE4"/>
                </a:solidFill>
                <a:latin typeface="Roboto Condensed"/>
              </a:rPr>
              <a:t>.</a:t>
            </a:r>
            <a:endParaRPr lang="de-DE" b="1" dirty="0">
              <a:solidFill>
                <a:srgbClr val="F3A09F"/>
              </a:solidFill>
              <a:latin typeface="Inter" panose="00000500000000000000" pitchFamily="2" charset="0"/>
            </a:endParaRPr>
          </a:p>
        </p:txBody>
      </p:sp>
      <p:sp>
        <p:nvSpPr>
          <p:cNvPr id="4" name="Num0">
            <a:extLst>
              <a:ext uri="{FF2B5EF4-FFF2-40B4-BE49-F238E27FC236}">
                <a16:creationId xmlns:a16="http://schemas.microsoft.com/office/drawing/2014/main" id="{A71D445F-822A-4C1A-AC5F-59859746E7A6}"/>
              </a:ext>
            </a:extLst>
          </p:cNvPr>
          <p:cNvSpPr txBox="1"/>
          <p:nvPr/>
        </p:nvSpPr>
        <p:spPr>
          <a:xfrm>
            <a:off x="663910" y="1750000"/>
            <a:ext cx="1463040" cy="1015663"/>
          </a:xfrm>
          <a:prstGeom prst="rect">
            <a:avLst/>
          </a:prstGeom>
          <a:noFill/>
        </p:spPr>
        <p:txBody>
          <a:bodyPr wrap="square">
            <a:spAutoFit/>
          </a:bodyPr>
          <a:lstStyle/>
          <a:p>
            <a:pPr algn="l">
              <a:defRPr sz="7200" b="1">
                <a:solidFill>
                  <a:srgbClr val="F3A09F"/>
                </a:solidFill>
                <a:latin typeface="Inter"/>
              </a:defRPr>
            </a:pPr>
            <a:r>
              <a:rPr lang="de-DE" sz="6000" dirty="0" b="1">
                <a:latin typeface="Roboto Condensed"/>
              </a:rPr>
              <a:t>01.</a:t>
            </a:r>
          </a:p>
        </p:txBody>
      </p:sp>
      <p:sp>
        <p:nvSpPr>
          <p:cNvPr id="5" name="Q0L0">
            <a:extLst>
              <a:ext uri="{FF2B5EF4-FFF2-40B4-BE49-F238E27FC236}">
                <a16:creationId xmlns:a16="http://schemas.microsoft.com/office/drawing/2014/main" id="{2BA1F8C0-DF86-4604-A61D-66A07189252B}"/>
              </a:ext>
            </a:extLst>
          </p:cNvPr>
          <p:cNvSpPr txBox="1"/>
          <p:nvPr/>
        </p:nvSpPr>
        <p:spPr>
          <a:xfrm>
            <a:off x="2126778" y="1750000"/>
            <a:ext cx="9326880" cy="1077218"/>
          </a:xfrm>
          <a:prstGeom prst="rect">
            <a:avLst/>
          </a:prstGeom>
          <a:noFill/>
        </p:spPr>
        <p:txBody>
          <a:bodyPr wrap="square">
            <a:spAutoFit/>
          </a:bodyPr>
          <a:lstStyle/>
          <a:p>
            <a:pPr algn="l">
              <a:defRPr sz="2200" b="0">
                <a:solidFill>
                  <a:srgbClr val="F4EFE4"/>
                </a:solidFill>
                <a:latin typeface="Inter"/>
              </a:defRPr>
            </a:pPr>
            <a:r>
              <a:rPr lang="de-DE" sz="2800" dirty="0">
                <a:solidFill/>
              </a:rPr>
              <a:t>Agenten irren – und klingen dabei sehr überzeugend.</a:t>
            </a:r>
          </a:p>
        </p:txBody>
      </p:sp>
      <p:sp>
        <p:nvSpPr>
          <p:cNvPr id="8" name="Num1">
            <a:extLst>
              <a:ext uri="{FF2B5EF4-FFF2-40B4-BE49-F238E27FC236}">
                <a16:creationId xmlns:a16="http://schemas.microsoft.com/office/drawing/2014/main" id="{40DF8707-F529-4D2B-B4E4-E179C075196E}"/>
              </a:ext>
            </a:extLst>
          </p:cNvPr>
          <p:cNvSpPr txBox="1"/>
          <p:nvPr/>
        </p:nvSpPr>
        <p:spPr>
          <a:xfrm>
            <a:off x="663910" y="2999293"/>
            <a:ext cx="1463040" cy="1015663"/>
          </a:xfrm>
          <a:prstGeom prst="rect">
            <a:avLst/>
          </a:prstGeom>
          <a:noFill/>
        </p:spPr>
        <p:txBody>
          <a:bodyPr wrap="square">
            <a:spAutoFit/>
          </a:bodyPr>
          <a:lstStyle/>
          <a:p>
            <a:pPr algn="l">
              <a:defRPr sz="7200" b="1">
                <a:solidFill>
                  <a:srgbClr val="F3A09F"/>
                </a:solidFill>
                <a:latin typeface="Inter"/>
              </a:defRPr>
            </a:pPr>
            <a:r>
              <a:rPr lang="de-DE" sz="6000" dirty="0" b="1">
                <a:latin typeface="Roboto Condensed"/>
              </a:rPr>
              <a:t>02.</a:t>
            </a:r>
          </a:p>
        </p:txBody>
      </p:sp>
      <p:sp>
        <p:nvSpPr>
          <p:cNvPr id="9" name="Q1L0">
            <a:extLst>
              <a:ext uri="{FF2B5EF4-FFF2-40B4-BE49-F238E27FC236}">
                <a16:creationId xmlns:a16="http://schemas.microsoft.com/office/drawing/2014/main" id="{EF8AC9F9-77DE-4EC2-B84D-67F606DA6AB1}"/>
              </a:ext>
            </a:extLst>
          </p:cNvPr>
          <p:cNvSpPr txBox="1"/>
          <p:nvPr/>
        </p:nvSpPr>
        <p:spPr>
          <a:xfrm>
            <a:off x="2126778" y="3263026"/>
            <a:ext cx="9326880" cy="584775"/>
          </a:xfrm>
          <a:prstGeom prst="rect">
            <a:avLst/>
          </a:prstGeom>
          <a:noFill/>
        </p:spPr>
        <p:txBody>
          <a:bodyPr wrap="square">
            <a:spAutoFit/>
          </a:bodyPr>
          <a:lstStyle/>
          <a:p>
            <a:pPr algn="l">
              <a:defRPr sz="2200" b="0">
                <a:solidFill>
                  <a:srgbClr val="F4EFE4"/>
                </a:solidFill>
                <a:latin typeface="Inter"/>
              </a:defRPr>
            </a:pPr>
            <a:r>
              <a:rPr lang="de-DE" sz="2800" dirty="0">
                <a:solidFill/>
              </a:rPr>
              <a:t>Wer handelt, braucht </a:t>
            </a:r>
            <a:r>
              <a:rPr lang="de-DE" sz="2800" dirty="0">
                <a:solidFill>
                  <a:srgbClr val="F3A09F"/>
                </a:solidFill>
              </a:rPr>
              <a:t>Zugriff</a:t>
            </a:r>
            <a:r>
              <a:rPr lang="de-DE" sz="2800" dirty="0">
                <a:solidFill/>
              </a:rPr>
              <a:t> auf Daten und Systeme.</a:t>
            </a:r>
          </a:p>
        </p:txBody>
      </p:sp>
      <p:sp>
        <p:nvSpPr>
          <p:cNvPr id="12" name="Num2">
            <a:extLst>
              <a:ext uri="{FF2B5EF4-FFF2-40B4-BE49-F238E27FC236}">
                <a16:creationId xmlns:a16="http://schemas.microsoft.com/office/drawing/2014/main" id="{8BE45C30-30F6-4648-A652-5F93F29C4161}"/>
              </a:ext>
            </a:extLst>
          </p:cNvPr>
          <p:cNvSpPr txBox="1"/>
          <p:nvPr/>
        </p:nvSpPr>
        <p:spPr>
          <a:xfrm>
            <a:off x="663910" y="4085184"/>
            <a:ext cx="1463040" cy="1015663"/>
          </a:xfrm>
          <a:prstGeom prst="rect">
            <a:avLst/>
          </a:prstGeom>
          <a:noFill/>
        </p:spPr>
        <p:txBody>
          <a:bodyPr wrap="square">
            <a:spAutoFit/>
          </a:bodyPr>
          <a:lstStyle/>
          <a:p>
            <a:pPr algn="l">
              <a:defRPr sz="7200" b="1">
                <a:solidFill>
                  <a:srgbClr val="F3A09F"/>
                </a:solidFill>
                <a:latin typeface="Inter"/>
              </a:defRPr>
            </a:pPr>
            <a:r>
              <a:rPr lang="de-DE" sz="6000" dirty="0" b="1">
                <a:latin typeface="Roboto Condensed"/>
              </a:rPr>
              <a:t>03.</a:t>
            </a:r>
          </a:p>
        </p:txBody>
      </p:sp>
      <p:sp>
        <p:nvSpPr>
          <p:cNvPr id="13" name="Q2L0">
            <a:extLst>
              <a:ext uri="{FF2B5EF4-FFF2-40B4-BE49-F238E27FC236}">
                <a16:creationId xmlns:a16="http://schemas.microsoft.com/office/drawing/2014/main" id="{00CA273B-4022-4296-B28E-6A1DEDE32584}"/>
              </a:ext>
            </a:extLst>
          </p:cNvPr>
          <p:cNvSpPr txBox="1"/>
          <p:nvPr/>
        </p:nvSpPr>
        <p:spPr>
          <a:xfrm>
            <a:off x="2126778" y="4283609"/>
            <a:ext cx="9326880" cy="584775"/>
          </a:xfrm>
          <a:prstGeom prst="rect">
            <a:avLst/>
          </a:prstGeom>
          <a:noFill/>
        </p:spPr>
        <p:txBody>
          <a:bodyPr wrap="square">
            <a:spAutoFit/>
          </a:bodyPr>
          <a:lstStyle/>
          <a:p>
            <a:pPr algn="l">
              <a:defRPr sz="2200" b="0">
                <a:solidFill>
                  <a:srgbClr val="F4EFE4"/>
                </a:solidFill>
                <a:latin typeface="Inter"/>
              </a:defRPr>
            </a:pPr>
            <a:r>
              <a:rPr lang="de-DE" sz="2800" dirty="0">
                <a:solidFill/>
              </a:rPr>
              <a:t>Verantwortung lässt sich nicht delegieren.</a:t>
            </a:r>
          </a:p>
        </p:txBody>
      </p:sp>
      <p:sp>
        <p:nvSpPr>
          <p:cNvPr id="10" name="Text 11">
            <a:extLst>
              <a:ext uri="{FF2B5EF4-FFF2-40B4-BE49-F238E27FC236}">
                <a16:creationId xmlns:a16="http://schemas.microsoft.com/office/drawing/2014/main" id="{819DE08E-B7BC-41C1-95E8-7A8710CE3075}"/>
              </a:ext>
            </a:extLst>
          </p:cNvPr>
          <p:cNvSpPr/>
          <p:nvPr/>
        </p:nvSpPr>
        <p:spPr>
          <a:xfrm>
            <a:off x="2246863" y="5486400"/>
            <a:ext cx="7315200" cy="365760"/>
          </a:xfrm>
          <a:prstGeom prst="rect">
            <a:avLst/>
          </a:prstGeom>
          <a:noFill/>
          <a:ln/>
        </p:spPr>
        <p:txBody>
          <a:bodyPr wrap="square" lIns="0" tIns="0" rIns="0" bIns="0" rtlCol="0" anchor="ctr"/>
          <a:lstStyle/>
          <a:p>
            <a:pPr marL="0" indent="0">
              <a:buNone/>
            </a:pPr>
            <a:r>
              <a:rPr lang="en-US" sz="1500" b="1" dirty="0">
                <a:solidFill>
                  <a:srgbClr val="F3A09F"/>
                </a:solidFill>
                <a:latin typeface="Inter" panose="00000500000000000000" pitchFamily="2" charset="0"/>
                <a:ea typeface="Inter" pitchFamily="34" charset="-122"/>
                <a:cs typeface="Inter" pitchFamily="34" charset="-120"/>
              </a:rPr>
              <a:t>→ Deshalb gehört der Mensch in die Schleife – heute mehr denn je.</a:t>
            </a:r>
            <a:endParaRPr lang="en-US" sz="1500" dirty="0">
              <a:solidFill>
                <a:srgbClr val="F3A09F"/>
              </a:solidFill>
              <a:latin typeface="Inter" panose="00000500000000000000" pitchFamily="2" charset="0"/>
            </a:endParaRPr>
          </a:p>
        </p:txBody>
      </p:sp>
      <p:sp>
        <p:nvSpPr>
          <p:cNvPr id="11" name="STag">
            <a:extLst>
              <a:ext uri="{FF2B5EF4-FFF2-40B4-BE49-F238E27FC236}">
                <a16:creationId xmlns:a16="http://schemas.microsoft.com/office/drawing/2014/main" id="{42781089-9A2C-49A0-A2A9-7C7A5AFC9712}"/>
              </a:ext>
            </a:extLst>
          </p:cNvPr>
          <p:cNvSpPr txBox="1"/>
          <p:nvPr/>
        </p:nvSpPr>
        <p:spPr>
          <a:xfrm>
            <a:off x="493714" y="386121"/>
            <a:ext cx="3200000" cy="230832"/>
          </a:xfrm>
          <a:prstGeom prst="rect">
            <a:avLst/>
          </a:prstGeom>
          <a:noFill/>
        </p:spPr>
        <p:txBody>
          <a:bodyPr wrap="square">
            <a:spAutoFit/>
          </a:bodyPr>
          <a:lstStyle/>
          <a:p>
            <a:pPr algn="l">
              <a:defRPr sz="900" b="1">
                <a:solidFill>
                  <a:srgbClr val="F3A09F"/>
                </a:solidFill>
                <a:latin typeface="Inter"/>
              </a:defRPr>
            </a:pPr>
            <a:r>
              <a:rPr lang="de-DE" dirty="0">
                <a:solidFill/>
              </a:rPr>
              <a:t>EHRLICH GESAGT</a:t>
            </a:r>
            <a:endParaRPr dirty="0"/>
          </a:p>
        </p:txBody>
      </p:sp>
      <p:sp>
        <p:nvSpPr>
          <p:cNvPr id="32" name="AIAct"/>
          <p:cNvSpPr txBox="1"/>
          <p:nvPr/>
        </p:nvSpPr>
        <p:spPr>
          <a:xfrm>
            <a:off x="2130552" y="4846320"/>
            <a:ext cx="9418320" cy="457200"/>
          </a:xfrm>
          <a:prstGeom prst="rect">
            <a:avLst/>
          </a:prstGeom>
          <a:noFill/>
        </p:spPr>
        <p:txBody>
          <a:bodyPr wrap="square" anchor="t" lIns="45720" rIns="45720" tIns="18288" bIns="18288">
            <a:spAutoFit/>
          </a:bodyPr>
          <a:lstStyle/>
          <a:p>
            <a:pPr algn="l"/>
            <a:r>
              <a:rPr sz="1600" b="1">
                <a:solidFill>
                  <a:srgbClr val="F3A09F"/>
                </a:solidFill>
                <a:latin typeface="Inter"/>
              </a:rPr>
              <a:t>EU AI Act (Art. 4): </a:t>
            </a:r>
            <a:r>
              <a:rPr sz="1600" b="0">
                <a:solidFill>
                  <a:srgbClr val="DCD6CB"/>
                </a:solidFill>
                <a:latin typeface="Inter"/>
              </a:rPr>
              <a:t>Unternehmen müssen Maßnahmen setzen, um die KI-Kompetenz im Team zu fördern.</a:t>
            </a:r>
          </a:p>
        </p:txBody>
      </p:sp>
    </p:spTree>
    <p:extLst>
      <p:ext uri="{BB962C8B-B14F-4D97-AF65-F5344CB8AC3E}">
        <p14:creationId xmlns:p14="http://schemas.microsoft.com/office/powerpoint/2010/main" val="780372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500"/>
                                        <p:tgtEl>
                                          <p:spTgt spid="3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8" grpId="0"/>
      <p:bldP spid="9" grpId="0"/>
      <p:bldP spid="12" grpId="0"/>
      <p:bldP spid="13" grpId="0"/>
      <p:bldP spid="10" grpId="0" animBg="1"/>
      <p:bldP spid="32" grpId="0"/>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AgendaCover"/>
          <p:cNvSpPr/>
          <p:nvPr/>
        </p:nvSpPr>
        <p:spPr>
          <a:xfrm>
            <a:off x="493714" y="386121"/>
            <a:ext cx="2743200" cy="230832"/>
          </a:xfrm>
          <a:prstGeom prst="rect">
            <a:avLst/>
          </a:prstGeom>
          <a:solidFill>
            <a:srgbClr val="0A0A0A"/>
          </a:solidFill>
          <a:ln>
            <a:noFill/>
          </a:ln>
        </p:spPr>
        <p:txBody>
          <a:bodyPr/>
          <a:lstStyle/>
          <a:p>
            <a:endParaRPr dirty="0"/>
          </a:p>
        </p:txBody>
      </p:sp>
      <p:sp>
        <p:nvSpPr>
          <p:cNvPr id="5" name="BigStatement"/>
          <p:cNvSpPr txBox="1"/>
          <p:nvPr/>
        </p:nvSpPr>
        <p:spPr>
          <a:xfrm>
            <a:off x="417095" y="2100000"/>
            <a:ext cx="11282905" cy="1692771"/>
          </a:xfrm>
          <a:prstGeom prst="rect">
            <a:avLst/>
          </a:prstGeom>
          <a:noFill/>
        </p:spPr>
        <p:txBody>
          <a:bodyPr wrap="square">
            <a:spAutoFit/>
          </a:bodyPr>
          <a:lstStyle/>
          <a:p>
            <a:pPr algn="ctr">
              <a:defRPr sz="5200" b="1">
                <a:solidFill>
                  <a:srgbClr val="F4EFE4"/>
                </a:solidFill>
                <a:latin typeface="Inter"/>
              </a:defRPr>
            </a:pPr>
            <a:r>
              <a:rPr lang="de-DE" dirty="0" b="1" cap="all">
                <a:latin typeface="Roboto Condensed"/>
              </a:rPr>
              <a:t>Alle </a:t>
            </a:r>
            <a:r>
              <a:rPr lang="de-DE" dirty="0" b="1" cap="all">
                <a:solidFill>
                  <a:srgbClr val="F3A09F"/>
                </a:solidFill>
                <a:latin typeface="Roboto Condensed"/>
              </a:rPr>
              <a:t>7 Monate</a:t>
            </a:r>
            <a:r>
              <a:rPr lang="de-DE" dirty="0" b="1" cap="all">
                <a:latin typeface="Roboto Condensed"/>
              </a:rPr>
              <a:t> verdoppelt sich,</a:t>
            </a:r>
          </a:p>
          <a:p>
            <a:pPr algn="ctr">
              <a:defRPr sz="5200" b="1">
                <a:solidFill>
                  <a:srgbClr val="F4EFE4"/>
                </a:solidFill>
                <a:latin typeface="Inter"/>
              </a:defRPr>
            </a:pPr>
            <a:r>
              <a:rPr lang="de-DE" dirty="0" b="1" cap="all">
                <a:latin typeface="Roboto Condensed"/>
              </a:rPr>
              <a:t>wie lange KI </a:t>
            </a:r>
            <a:r>
              <a:rPr lang="de-DE" dirty="0" b="1" cap="all">
                <a:solidFill>
                  <a:srgbClr val="F3A09F"/>
                </a:solidFill>
                <a:latin typeface="Roboto Condensed"/>
              </a:rPr>
              <a:t>allein</a:t>
            </a:r>
            <a:r>
              <a:rPr lang="de-DE" dirty="0" b="1" cap="all">
                <a:latin typeface="Roboto Condensed"/>
              </a:rPr>
              <a:t> arbeiten kann.</a:t>
            </a:r>
          </a:p>
        </p:txBody>
      </p:sp>
      <p:sp>
        <p:nvSpPr>
          <p:cNvPr id="6" name="Tagline"/>
          <p:cNvSpPr txBox="1"/>
          <p:nvPr/>
        </p:nvSpPr>
        <p:spPr>
          <a:xfrm>
            <a:off x="1219199" y="4235305"/>
            <a:ext cx="10397895" cy="400110"/>
          </a:xfrm>
          <a:prstGeom prst="rect">
            <a:avLst/>
          </a:prstGeom>
          <a:noFill/>
        </p:spPr>
        <p:txBody>
          <a:bodyPr wrap="square">
            <a:spAutoFit/>
          </a:bodyPr>
          <a:lstStyle/>
          <a:p>
            <a:pPr algn="ctr">
              <a:defRPr sz="2000" b="0">
                <a:solidFill>
                  <a:srgbClr val="8888A0"/>
                </a:solidFill>
                <a:latin typeface="Inter"/>
              </a:defRPr>
            </a:pPr>
            <a:r>
              <a:rPr lang="de-DE" dirty="0"/>
              <a:t>Seit 2024 sogar etwa alle 3 Monate – gemessen an Software-Aufgaben.</a:t>
            </a:r>
          </a:p>
        </p:txBody>
      </p:sp>
      <p:sp>
        <p:nvSpPr>
          <p:cNvPr id="7" name="CTA"/>
          <p:cNvSpPr txBox="1"/>
          <p:nvPr/>
        </p:nvSpPr>
        <p:spPr>
          <a:xfrm>
            <a:off x="500000" y="5707229"/>
            <a:ext cx="11200000" cy="523220"/>
          </a:xfrm>
          <a:prstGeom prst="rect">
            <a:avLst/>
          </a:prstGeom>
          <a:noFill/>
        </p:spPr>
        <p:txBody>
          <a:bodyPr wrap="square">
            <a:spAutoFit/>
          </a:bodyPr>
          <a:lstStyle/>
          <a:p>
            <a:pPr algn="ctr">
              <a:defRPr sz="1400" b="0">
                <a:solidFill>
                  <a:srgbClr val="0A0A0A"/>
                </a:solidFill>
                <a:latin typeface="Inter"/>
              </a:defRPr>
            </a:pPr>
            <a:endParaRPr lang="de-DE" dirty="0">
              <a:solidFill>
                <a:schemeClr val="bg1"/>
              </a:solidFill>
            </a:endParaRPr>
          </a:p>
          <a:p>
            <a:pPr algn="ctr">
              <a:defRPr sz="1400" b="0">
                <a:solidFill>
                  <a:srgbClr val="0A0A0A"/>
                </a:solidFill>
                <a:latin typeface="Inter"/>
              </a:defRPr>
            </a:pPr>
            <a:r>
              <a:rPr lang="de-DE" dirty="0">
                <a:solidFill>
                  <a:schemeClr val="bg1"/>
                </a:solidFill>
              </a:rPr>
              <a:t>Quelle: METR (2025): Measuring AI Ability to Complete Long Tasks | METR (29.01.2026): Time Horizon 1.1</a:t>
            </a:r>
          </a:p>
        </p:txBody>
      </p:sp>
      <p:sp>
        <p:nvSpPr>
          <p:cNvPr id="8" name="STag">
            <a:extLst>
              <a:ext uri="{FF2B5EF4-FFF2-40B4-BE49-F238E27FC236}">
                <a16:creationId xmlns:a16="http://schemas.microsoft.com/office/drawing/2014/main" id="{42781089-9A2C-49A0-A2A9-7C7A5AFC9712}"/>
              </a:ext>
            </a:extLst>
          </p:cNvPr>
          <p:cNvSpPr txBox="1"/>
          <p:nvPr/>
        </p:nvSpPr>
        <p:spPr>
          <a:xfrm>
            <a:off x="493714" y="386121"/>
            <a:ext cx="3200000" cy="230832"/>
          </a:xfrm>
          <a:prstGeom prst="rect">
            <a:avLst/>
          </a:prstGeom>
          <a:noFill/>
        </p:spPr>
        <p:txBody>
          <a:bodyPr wrap="square">
            <a:spAutoFit/>
          </a:bodyPr>
          <a:lstStyle/>
          <a:p>
            <a:pPr algn="l">
              <a:defRPr sz="900" b="1">
                <a:solidFill>
                  <a:srgbClr val="F3A09F"/>
                </a:solidFill>
                <a:latin typeface="Inter"/>
              </a:defRPr>
            </a:pPr>
            <a:r>
              <a:rPr lang="de-DE" dirty="0">
                <a:solidFill/>
              </a:rPr>
              <a:t>AUSBLICK · EINORDNUNG</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0412A8-C89B-4F44-8CFC-173A8F87B0E0}"/>
              </a:ext>
            </a:extLst>
          </p:cNvPr>
          <p:cNvSpPr>
            <a:spLocks noGrp="1"/>
          </p:cNvSpPr>
          <p:nvPr>
            <p:ph type="title"/>
          </p:nvPr>
        </p:nvSpPr>
        <p:spPr/>
        <p:txBody>
          <a:bodyPr/>
          <a:lstStyle/>
          <a:p>
            <a:pPr>
              <a:tabLst>
                <a:tab pos="2955925" algn="l"/>
              </a:tabLst>
            </a:pPr>
            <a:r>
              <a:rPr lang="de-DE" sz="4000" b="1" dirty="0" cap="all">
                <a:solidFill>
                  <a:srgbClr val="F4EFE4"/>
                </a:solidFill>
                <a:latin typeface="Roboto Condensed"/>
              </a:rPr>
              <a:t>Und jetzt mit </a:t>
            </a:r>
            <a:r>
              <a:rPr lang="de-DE" sz="4000" b="1" dirty="0" cap="all">
                <a:solidFill>
                  <a:srgbClr val="F3A09F"/>
                </a:solidFill>
                <a:latin typeface="Roboto Condensed"/>
              </a:rPr>
              <a:t>Robotern</a:t>
            </a:r>
            <a:r>
              <a:rPr lang="de-DE" sz="4000" b="1" dirty="0" cap="all">
                <a:solidFill>
                  <a:srgbClr val="F4EFE4"/>
                </a:solidFill>
                <a:latin typeface="Roboto Condensed"/>
              </a:rPr>
              <a:t>?</a:t>
            </a:r>
            <a:endParaRPr lang="de-DE" b="1" dirty="0">
              <a:solidFill>
                <a:srgbClr val="F3A09F"/>
              </a:solidFill>
              <a:latin typeface="Inter" panose="00000500000000000000" pitchFamily="2" charset="0"/>
            </a:endParaRPr>
          </a:p>
        </p:txBody>
      </p:sp>
      <p:sp>
        <p:nvSpPr>
          <p:cNvPr id="11" name="STag">
            <a:extLst>
              <a:ext uri="{FF2B5EF4-FFF2-40B4-BE49-F238E27FC236}">
                <a16:creationId xmlns:a16="http://schemas.microsoft.com/office/drawing/2014/main" id="{42781089-9A2C-49A0-A2A9-7C7A5AFC9712}"/>
              </a:ext>
            </a:extLst>
          </p:cNvPr>
          <p:cNvSpPr txBox="1"/>
          <p:nvPr/>
        </p:nvSpPr>
        <p:spPr>
          <a:xfrm>
            <a:off x="493714" y="386121"/>
            <a:ext cx="3200000" cy="230832"/>
          </a:xfrm>
          <a:prstGeom prst="rect">
            <a:avLst/>
          </a:prstGeom>
          <a:noFill/>
        </p:spPr>
        <p:txBody>
          <a:bodyPr wrap="square">
            <a:spAutoFit/>
          </a:bodyPr>
          <a:lstStyle/>
          <a:p>
            <a:pPr algn="l">
              <a:defRPr sz="900" b="1">
                <a:solidFill>
                  <a:srgbClr val="F3A09F"/>
                </a:solidFill>
                <a:latin typeface="Inter"/>
              </a:defRPr>
            </a:pPr>
            <a:r>
              <a:rPr lang="de-DE" dirty="0">
                <a:solidFill/>
              </a:rPr>
              <a:t>AUSBLICK · STUDIE SEPT. 2026</a:t>
            </a:r>
            <a:endParaRPr dirty="0"/>
          </a:p>
        </p:txBody>
      </p:sp>
      <p:sp>
        <p:nvSpPr>
          <p:cNvPr id="33" name="Stat81"/>
          <p:cNvSpPr txBox="1"/>
          <p:nvPr/>
        </p:nvSpPr>
        <p:spPr>
          <a:xfrm>
            <a:off x="6903720" y="1417320"/>
            <a:ext cx="4754880" cy="914400"/>
          </a:xfrm>
          <a:prstGeom prst="rect">
            <a:avLst/>
          </a:prstGeom>
          <a:noFill/>
        </p:spPr>
        <p:txBody>
          <a:bodyPr wrap="square" anchor="t" lIns="45720" rIns="45720" tIns="18288" bIns="18288">
            <a:spAutoFit/>
          </a:bodyPr>
          <a:lstStyle/>
          <a:p>
            <a:pPr algn="l"/>
            <a:r>
              <a:rPr sz="6000" b="1" cap="all">
                <a:solidFill>
                  <a:srgbClr val="F3A09F"/>
                </a:solidFill>
                <a:latin typeface="Roboto Condensed"/>
              </a:rPr>
              <a:t>81 %</a:t>
            </a:r>
          </a:p>
        </p:txBody>
      </p:sp>
      <p:sp>
        <p:nvSpPr>
          <p:cNvPr id="34" name="Stat81Txt"/>
          <p:cNvSpPr txBox="1"/>
          <p:nvPr/>
        </p:nvSpPr>
        <p:spPr>
          <a:xfrm>
            <a:off x="6949440" y="2377440"/>
            <a:ext cx="4663440" cy="822960"/>
          </a:xfrm>
          <a:prstGeom prst="rect">
            <a:avLst/>
          </a:prstGeom>
          <a:noFill/>
        </p:spPr>
        <p:txBody>
          <a:bodyPr wrap="square" anchor="t" lIns="45720" rIns="45720" tIns="18288" bIns="18288">
            <a:spAutoFit/>
          </a:bodyPr>
          <a:lstStyle/>
          <a:p>
            <a:pPr algn="l"/>
            <a:r>
              <a:rPr sz="1600" b="0">
                <a:solidFill>
                  <a:srgbClr val="F4EFE4"/>
                </a:solidFill>
                <a:latin typeface="Inter"/>
              </a:rPr>
              <a:t>der Arbeitszeit könnten LLMs oder Roboter heute technisch erledigen (LLMs allein: rund 50 %)</a:t>
            </a:r>
          </a:p>
        </p:txBody>
      </p:sp>
      <p:sp>
        <p:nvSpPr>
          <p:cNvPr id="35" name="Stat03"/>
          <p:cNvSpPr txBox="1"/>
          <p:nvPr/>
        </p:nvSpPr>
        <p:spPr>
          <a:xfrm>
            <a:off x="6903720" y="3246120"/>
            <a:ext cx="4754880" cy="914400"/>
          </a:xfrm>
          <a:prstGeom prst="rect">
            <a:avLst/>
          </a:prstGeom>
          <a:noFill/>
        </p:spPr>
        <p:txBody>
          <a:bodyPr wrap="square" anchor="t" lIns="45720" rIns="45720" tIns="18288" bIns="18288">
            <a:spAutoFit/>
          </a:bodyPr>
          <a:lstStyle/>
          <a:p>
            <a:pPr algn="l"/>
            <a:r>
              <a:rPr sz="6000" b="1" cap="all">
                <a:solidFill>
                  <a:srgbClr val="F3A09F"/>
                </a:solidFill>
                <a:latin typeface="Roboto Condensed"/>
              </a:rPr>
              <a:t>0,3 %</a:t>
            </a:r>
          </a:p>
        </p:txBody>
      </p:sp>
      <p:sp>
        <p:nvSpPr>
          <p:cNvPr id="36" name="Stat03Txt"/>
          <p:cNvSpPr txBox="1"/>
          <p:nvPr/>
        </p:nvSpPr>
        <p:spPr>
          <a:xfrm>
            <a:off x="6949440" y="4206240"/>
            <a:ext cx="4663440" cy="822960"/>
          </a:xfrm>
          <a:prstGeom prst="rect">
            <a:avLst/>
          </a:prstGeom>
          <a:noFill/>
        </p:spPr>
        <p:txBody>
          <a:bodyPr wrap="square" anchor="t" lIns="45720" rIns="45720" tIns="18288" bIns="18288">
            <a:spAutoFit/>
          </a:bodyPr>
          <a:lstStyle/>
          <a:p>
            <a:pPr algn="l"/>
            <a:r>
              <a:rPr sz="1600" b="0">
                <a:solidFill>
                  <a:srgbClr val="F4EFE4"/>
                </a:solidFill>
                <a:latin typeface="Inter"/>
              </a:rPr>
              <a:t>der Aufgaben erledigen Roboter heute günstiger als ein Mensch</a:t>
            </a:r>
          </a:p>
        </p:txBody>
      </p:sp>
      <p:sp>
        <p:nvSpPr>
          <p:cNvPr id="37" name="Fazit"/>
          <p:cNvSpPr txBox="1"/>
          <p:nvPr/>
        </p:nvSpPr>
        <p:spPr>
          <a:xfrm>
            <a:off x="6949440" y="5074920"/>
            <a:ext cx="4663440" cy="457200"/>
          </a:xfrm>
          <a:prstGeom prst="rect">
            <a:avLst/>
          </a:prstGeom>
          <a:noFill/>
        </p:spPr>
        <p:txBody>
          <a:bodyPr wrap="square" anchor="t" lIns="45720" rIns="45720" tIns="18288" bIns="18288">
            <a:spAutoFit/>
          </a:bodyPr>
          <a:lstStyle/>
          <a:p>
            <a:pPr algn="l"/>
            <a:r>
              <a:rPr sz="1800" b="1">
                <a:solidFill>
                  <a:srgbClr val="F4EFE4"/>
                </a:solidFill>
                <a:latin typeface="Inter"/>
              </a:rPr>
              <a:t>Technisch möglich ≠ wirtschaftlich sinnvoll.</a:t>
            </a:r>
          </a:p>
        </p:txBody>
      </p:sp>
      <p:sp>
        <p:nvSpPr>
          <p:cNvPr id="38" name="Quelle"/>
          <p:cNvSpPr txBox="1"/>
          <p:nvPr/>
        </p:nvSpPr>
        <p:spPr>
          <a:xfrm>
            <a:off x="548640" y="6035040"/>
            <a:ext cx="11064240" cy="274320"/>
          </a:xfrm>
          <a:prstGeom prst="rect">
            <a:avLst/>
          </a:prstGeom>
          <a:noFill/>
        </p:spPr>
        <p:txBody>
          <a:bodyPr wrap="square" anchor="t" lIns="45720" rIns="45720" tIns="18288" bIns="18288">
            <a:spAutoFit/>
          </a:bodyPr>
          <a:lstStyle/>
          <a:p>
            <a:pPr algn="l"/>
            <a:r>
              <a:rPr sz="900" b="0">
                <a:solidFill>
                  <a:srgbClr val="9C978D"/>
                </a:solidFill>
                <a:latin typeface="Inter"/>
              </a:rPr>
              <a:t>Quelle: Legate-Yang &amp; Massenkoff (2026): What work can robots do? Anthropic, 30. Sept. 2026, Figure 6 | US-Daten (BLS 2025) | Werte aus der Abbildung digitalisiert (±2 Prozentpunkte)</a:t>
            </a:r>
          </a:p>
        </p:txBody>
      </p:sp>
      <p:graphicFrame>
        <p:nvGraphicFramePr>
          <p:cNvPr id="39" name="Radar_LLM_Roboter"/>
          <p:cNvGraphicFramePr>
            <a:graphicFrameLocks noGrp="1"/>
          </p:cNvGraphicFramePr>
          <p:nvPr/>
        </p:nvGraphicFramePr>
        <p:xfrm>
          <a:off x="320040" y="1280160"/>
          <a:ext cx="6537960" cy="4754880"/>
        </p:xfrm>
        <a:graphic>
          <a:graphicData uri="http://schemas.openxmlformats.org/drawingml/2006/chart">
            <c:chart xmlns:c="http://schemas.openxmlformats.org/drawingml/2006/chart" r:id="rId4"/>
          </a:graphicData>
        </a:graphic>
      </p:graphicFrame>
    </p:spTree>
    <p:extLst>
      <p:ext uri="{BB962C8B-B14F-4D97-AF65-F5344CB8AC3E}">
        <p14:creationId xmlns:p14="http://schemas.microsoft.com/office/powerpoint/2010/main" val="780372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6" fill="hold">
                      <p:stCondLst>
                        <p:cond delay="indefinite"/>
                        <p:cond evt="onBegin" delay="0">
                          <p:tn val="2"/>
                        </p:cond>
                      </p:stCondLst>
                      <p:childTnLst>
                        <p:par>
                          <p:cTn id="7"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39">
                                            <p:graphicEl>
                                              <a:chart seriesIdx="-3" categoryIdx="-3" bldStep="gridLegend"/>
                                            </p:graphicEl>
                                          </p:spTgt>
                                        </p:tgtEl>
                                        <p:attrNameLst>
                                          <p:attrName>style.visibility</p:attrName>
                                        </p:attrNameLst>
                                      </p:cBhvr>
                                      <p:to>
                                        <p:strVal val="visible"/>
                                      </p:to>
                                    </p:set>
                                    <p:animEffect transition="in" filter="fade">
                                      <p:cBhvr>
                                        <p:cTn id="5" dur="600"/>
                                        <p:tgtEl>
                                          <p:spTgt spid="39">
                                            <p:graphicEl>
                                              <a:chart seriesIdx="-3" categoryIdx="-3" bldStep="gridLegend"/>
                                            </p:graphicEl>
                                          </p:spTgt>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39">
                                            <p:graphicEl>
                                              <a:chart seriesIdx="0" categoryIdx="-4" bldStep="series"/>
                                            </p:graphicEl>
                                          </p:spTgt>
                                        </p:tgtEl>
                                        <p:attrNameLst>
                                          <p:attrName>style.visibility</p:attrName>
                                        </p:attrNameLst>
                                      </p:cBhvr>
                                      <p:to>
                                        <p:strVal val="visible"/>
                                      </p:to>
                                    </p:set>
                                    <p:animEffect transition="in" filter="fade">
                                      <p:cBhvr>
                                        <p:cTn id="10" dur="600"/>
                                        <p:tgtEl>
                                          <p:spTgt spid="39">
                                            <p:graphicEl>
                                              <a:chart seriesIdx="0" categoryIdx="-4" bldStep="series"/>
                                            </p:graphicEl>
                                          </p:spTgt>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9">
                                            <p:graphicEl>
                                              <a:chart seriesIdx="1" categoryIdx="-4" bldStep="series"/>
                                            </p:graphicEl>
                                          </p:spTgt>
                                        </p:tgtEl>
                                        <p:attrNameLst>
                                          <p:attrName>style.visibility</p:attrName>
                                        </p:attrNameLst>
                                      </p:cBhvr>
                                      <p:to>
                                        <p:strVal val="visible"/>
                                      </p:to>
                                    </p:set>
                                    <p:animEffect transition="in" filter="fade">
                                      <p:cBhvr>
                                        <p:cTn id="15" dur="600"/>
                                        <p:tgtEl>
                                          <p:spTgt spid="39">
                                            <p:graphicEl>
                                              <a:chart seriesIdx="1" categoryIdx="-4" bldStep="series"/>
                                            </p:graphicEl>
                                          </p:spTgt>
                                        </p:tgtEl>
                                      </p:cBhvr>
                                    </p:animEffect>
                                  </p:childTnLst>
                                </p:cTn>
                              </p:par>
                            </p:childTnLst>
                          </p:cTn>
                        </p:par>
                      </p:childTnLst>
                    </p:cTn>
                  </p:par>
                  <p:par>
                    <p:cTn id="24" fill="hold">
                      <p:stCondLst>
                        <p:cond delay="indefinite"/>
                      </p:stCondLst>
                      <p:childTnLst>
                        <p:par>
                          <p:cTn id="25"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600"/>
                                        <p:tgtEl>
                                          <p:spTgt spid="3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600"/>
                                        <p:tgtEl>
                                          <p:spTgt spid="34"/>
                                        </p:tgtEl>
                                      </p:cBhvr>
                                    </p:animEffect>
                                  </p:childTnLst>
                                </p:cTn>
                              </p:par>
                            </p:childTnLst>
                          </p:cTn>
                        </p:par>
                      </p:childTnLst>
                    </p:cTn>
                  </p:par>
                  <p:par>
                    <p:cTn id="35" fill="hold">
                      <p:stCondLst>
                        <p:cond delay="indefinite"/>
                      </p:stCondLst>
                      <p:childTnLst>
                        <p:par>
                          <p:cTn id="36"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fade">
                                      <p:cBhvr>
                                        <p:cTn id="28" dur="600"/>
                                        <p:tgtEl>
                                          <p:spTgt spid="3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fade">
                                      <p:cBhvr>
                                        <p:cTn id="31" dur="600"/>
                                        <p:tgtEl>
                                          <p:spTgt spid="3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7"/>
                                        </p:tgtEl>
                                        <p:attrNameLst>
                                          <p:attrName>style.visibility</p:attrName>
                                        </p:attrNameLst>
                                      </p:cBhvr>
                                      <p:to>
                                        <p:strVal val="visible"/>
                                      </p:to>
                                    </p:set>
                                    <p:animEffect transition="in" filter="fade">
                                      <p:cBhvr>
                                        <p:cTn id="34" dur="6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35" grpId="0" animBg="1"/>
      <p:bldP spid="36" grpId="0" animBg="1"/>
      <p:bldP spid="37" grpId="0" animBg="1"/>
      <p:bldGraphic spid="39" grpId="0">
        <p:bldSub>
          <a:bldChart bld="series"/>
        </p:bldSub>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0412A8-C89B-4F44-8CFC-173A8F87B0E0}"/>
              </a:ext>
            </a:extLst>
          </p:cNvPr>
          <p:cNvSpPr>
            <a:spLocks noGrp="1"/>
          </p:cNvSpPr>
          <p:nvPr>
            <p:ph type="title"/>
          </p:nvPr>
        </p:nvSpPr>
        <p:spPr/>
        <p:txBody>
          <a:bodyPr/>
          <a:lstStyle/>
          <a:p>
            <a:pPr>
              <a:tabLst>
                <a:tab pos="2955925" algn="l"/>
              </a:tabLst>
            </a:pPr>
            <a:r>
              <a:rPr lang="de-DE" sz="4000" b="1" dirty="0" cap="all">
                <a:solidFill>
                  <a:srgbClr val="F4EFE4"/>
                </a:solidFill>
                <a:latin typeface="Roboto Condensed"/>
              </a:rPr>
              <a:t>Mein Werkzeug: das </a:t>
            </a:r>
            <a:r>
              <a:rPr lang="de-DE" sz="4000" b="1" dirty="0" cap="all">
                <a:solidFill>
                  <a:srgbClr val="F3A09F"/>
                </a:solidFill>
                <a:latin typeface="Roboto Condensed"/>
              </a:rPr>
              <a:t>KI-Wirkquadrat</a:t>
            </a:r>
            <a:endParaRPr lang="de-DE" b="1" dirty="0">
              <a:solidFill>
                <a:srgbClr val="F3A09F"/>
              </a:solidFill>
              <a:latin typeface="Inter" panose="00000500000000000000" pitchFamily="2" charset="0"/>
            </a:endParaRPr>
          </a:p>
        </p:txBody>
      </p:sp>
      <p:sp>
        <p:nvSpPr>
          <p:cNvPr id="11" name="STag">
            <a:extLst>
              <a:ext uri="{FF2B5EF4-FFF2-40B4-BE49-F238E27FC236}">
                <a16:creationId xmlns:a16="http://schemas.microsoft.com/office/drawing/2014/main" id="{42781089-9A2C-49A0-A2A9-7C7A5AFC9712}"/>
              </a:ext>
            </a:extLst>
          </p:cNvPr>
          <p:cNvSpPr txBox="1"/>
          <p:nvPr/>
        </p:nvSpPr>
        <p:spPr>
          <a:xfrm>
            <a:off x="493714" y="386121"/>
            <a:ext cx="3200000" cy="230832"/>
          </a:xfrm>
          <a:prstGeom prst="rect">
            <a:avLst/>
          </a:prstGeom>
          <a:noFill/>
        </p:spPr>
        <p:txBody>
          <a:bodyPr wrap="square">
            <a:spAutoFit/>
          </a:bodyPr>
          <a:lstStyle/>
          <a:p>
            <a:pPr algn="l">
              <a:defRPr sz="900" b="1">
                <a:solidFill>
                  <a:srgbClr val="F3A09F"/>
                </a:solidFill>
                <a:latin typeface="Inter"/>
              </a:defRPr>
            </a:pPr>
            <a:r>
              <a:rPr lang="de-DE" dirty="0">
                <a:solidFill/>
              </a:rPr>
              <a:t>MENSCH IM ZENTRUM</a:t>
            </a:r>
            <a:endParaRPr dirty="0"/>
          </a:p>
        </p:txBody>
      </p:sp>
      <p:sp>
        <p:nvSpPr>
          <p:cNvPr id="32" name="Q_Aufgabe"/>
          <p:cNvSpPr/>
          <p:nvPr/>
        </p:nvSpPr>
        <p:spPr>
          <a:xfrm>
            <a:off x="2651760" y="1417320"/>
            <a:ext cx="3291840" cy="1874519"/>
          </a:xfrm>
          <a:prstGeom prst="roundRect">
            <a:avLst>
              <a:gd name="adj" fmla="val 8000"/>
            </a:avLst>
          </a:prstGeom>
          <a:solidFill>
            <a:srgbClr val="2B1D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_Aufgabe"/>
          <p:cNvSpPr txBox="1"/>
          <p:nvPr/>
        </p:nvSpPr>
        <p:spPr>
          <a:xfrm>
            <a:off x="2880360" y="1554480"/>
            <a:ext cx="2240280" cy="960120"/>
          </a:xfrm>
          <a:prstGeom prst="rect">
            <a:avLst/>
          </a:prstGeom>
          <a:noFill/>
        </p:spPr>
        <p:txBody>
          <a:bodyPr wrap="square" anchor="t" lIns="45720" rIns="45720" tIns="18288" bIns="18288">
            <a:spAutoFit/>
          </a:bodyPr>
          <a:lstStyle/>
          <a:p>
            <a:pPr algn="l"/>
            <a:r>
              <a:rPr sz="2800" b="1">
                <a:solidFill>
                  <a:srgbClr val="F3A09F"/>
                </a:solidFill>
                <a:latin typeface="Roboto Condensed"/>
              </a:rPr>
              <a:t>Aufgabe</a:t>
            </a:r>
          </a:p>
          <a:p>
            <a:pPr algn="l"/>
            <a:r>
              <a:rPr sz="1600" b="0">
                <a:solidFill>
                  <a:srgbClr val="DCD6CB"/>
                </a:solidFill>
                <a:latin typeface="Inter"/>
              </a:rPr>
              <a:t>Was soll erreicht werden – für wen?</a:t>
            </a:r>
          </a:p>
        </p:txBody>
      </p:sp>
      <p:sp>
        <p:nvSpPr>
          <p:cNvPr id="34" name="Q_Modell"/>
          <p:cNvSpPr/>
          <p:nvPr/>
        </p:nvSpPr>
        <p:spPr>
          <a:xfrm>
            <a:off x="6245352" y="1417320"/>
            <a:ext cx="3291840" cy="1874519"/>
          </a:xfrm>
          <a:prstGeom prst="roundRect">
            <a:avLst>
              <a:gd name="adj" fmla="val 8000"/>
            </a:avLst>
          </a:prstGeom>
          <a:solidFill>
            <a:srgbClr val="2B1D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_Modell"/>
          <p:cNvSpPr txBox="1"/>
          <p:nvPr/>
        </p:nvSpPr>
        <p:spPr>
          <a:xfrm>
            <a:off x="6473952" y="1554480"/>
            <a:ext cx="2834640" cy="960120"/>
          </a:xfrm>
          <a:prstGeom prst="rect">
            <a:avLst/>
          </a:prstGeom>
          <a:noFill/>
        </p:spPr>
        <p:txBody>
          <a:bodyPr wrap="square" anchor="t" lIns="45720" rIns="45720" tIns="18288" bIns="18288">
            <a:spAutoFit/>
          </a:bodyPr>
          <a:lstStyle/>
          <a:p>
            <a:pPr algn="r"/>
            <a:r>
              <a:rPr sz="2800" b="1">
                <a:solidFill>
                  <a:srgbClr val="F3A09F"/>
                </a:solidFill>
                <a:latin typeface="Roboto Condensed"/>
              </a:rPr>
              <a:t>Modell</a:t>
            </a:r>
          </a:p>
          <a:p>
            <a:pPr algn="r"/>
            <a:r>
              <a:rPr sz="1600" b="0">
                <a:solidFill>
                  <a:srgbClr val="DCD6CB"/>
                </a:solidFill>
                <a:latin typeface="Inter"/>
              </a:rPr>
              <a:t>Welches System passt zur Aufgabe?</a:t>
            </a:r>
          </a:p>
        </p:txBody>
      </p:sp>
      <p:sp>
        <p:nvSpPr>
          <p:cNvPr id="36" name="Q_Kontext"/>
          <p:cNvSpPr/>
          <p:nvPr/>
        </p:nvSpPr>
        <p:spPr>
          <a:xfrm>
            <a:off x="2651760" y="3520439"/>
            <a:ext cx="3291840" cy="1874519"/>
          </a:xfrm>
          <a:prstGeom prst="roundRect">
            <a:avLst>
              <a:gd name="adj" fmla="val 8000"/>
            </a:avLst>
          </a:prstGeom>
          <a:solidFill>
            <a:srgbClr val="2B1D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_Kontext"/>
          <p:cNvSpPr txBox="1"/>
          <p:nvPr/>
        </p:nvSpPr>
        <p:spPr>
          <a:xfrm>
            <a:off x="2880360" y="4297679"/>
            <a:ext cx="2240280" cy="960120"/>
          </a:xfrm>
          <a:prstGeom prst="rect">
            <a:avLst/>
          </a:prstGeom>
          <a:noFill/>
        </p:spPr>
        <p:txBody>
          <a:bodyPr wrap="square" anchor="t" lIns="45720" rIns="45720" tIns="18288" bIns="18288">
            <a:spAutoFit/>
          </a:bodyPr>
          <a:lstStyle/>
          <a:p>
            <a:pPr algn="l"/>
            <a:r>
              <a:rPr sz="2800" b="1">
                <a:solidFill>
                  <a:srgbClr val="F3A09F"/>
                </a:solidFill>
                <a:latin typeface="Roboto Condensed"/>
              </a:rPr>
              <a:t>Kontext</a:t>
            </a:r>
          </a:p>
          <a:p>
            <a:pPr algn="l"/>
            <a:r>
              <a:rPr sz="1600" b="0">
                <a:solidFill>
                  <a:srgbClr val="DCD6CB"/>
                </a:solidFill>
                <a:latin typeface="Inter"/>
              </a:rPr>
              <a:t>Was muss ich dem System mitgeben?</a:t>
            </a:r>
          </a:p>
        </p:txBody>
      </p:sp>
      <p:sp>
        <p:nvSpPr>
          <p:cNvPr id="38" name="Q_Prompt"/>
          <p:cNvSpPr/>
          <p:nvPr/>
        </p:nvSpPr>
        <p:spPr>
          <a:xfrm>
            <a:off x="6245352" y="3520439"/>
            <a:ext cx="3291840" cy="1874519"/>
          </a:xfrm>
          <a:prstGeom prst="roundRect">
            <a:avLst>
              <a:gd name="adj" fmla="val 8000"/>
            </a:avLst>
          </a:prstGeom>
          <a:solidFill>
            <a:srgbClr val="2B1D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_Prompt"/>
          <p:cNvSpPr txBox="1"/>
          <p:nvPr/>
        </p:nvSpPr>
        <p:spPr>
          <a:xfrm>
            <a:off x="6473952" y="4297679"/>
            <a:ext cx="2834640" cy="960120"/>
          </a:xfrm>
          <a:prstGeom prst="rect">
            <a:avLst/>
          </a:prstGeom>
          <a:noFill/>
        </p:spPr>
        <p:txBody>
          <a:bodyPr wrap="square" anchor="t" lIns="45720" rIns="45720" tIns="18288" bIns="18288">
            <a:spAutoFit/>
          </a:bodyPr>
          <a:lstStyle/>
          <a:p>
            <a:pPr algn="r"/>
            <a:r>
              <a:rPr sz="2800" b="1">
                <a:solidFill>
                  <a:srgbClr val="F3A09F"/>
                </a:solidFill>
                <a:latin typeface="Roboto Condensed"/>
              </a:rPr>
              <a:t>Prompt</a:t>
            </a:r>
          </a:p>
          <a:p>
            <a:pPr algn="r"/>
            <a:r>
              <a:rPr sz="1600" b="0">
                <a:solidFill>
                  <a:srgbClr val="DCD6CB"/>
                </a:solidFill>
                <a:latin typeface="Inter"/>
              </a:rPr>
              <a:t>Wie formuliere ich den Auftrag?</a:t>
            </a:r>
          </a:p>
        </p:txBody>
      </p:sp>
      <p:sp>
        <p:nvSpPr>
          <p:cNvPr id="40" name="Mensch"/>
          <p:cNvSpPr/>
          <p:nvPr/>
        </p:nvSpPr>
        <p:spPr>
          <a:xfrm>
            <a:off x="5294376" y="2606039"/>
            <a:ext cx="1600200" cy="1600200"/>
          </a:xfrm>
          <a:prstGeom prst="ellipse">
            <a:avLst/>
          </a:prstGeom>
          <a:solidFill>
            <a:srgbClr val="76263B"/>
          </a:solidFill>
          <a:ln w="762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a:solidFill>
                  <a:srgbClr val="FFFFFF"/>
                </a:solidFill>
                <a:latin typeface="Roboto Condensed"/>
              </a:rPr>
              <a:t>MENSCH</a:t>
            </a:r>
          </a:p>
        </p:txBody>
      </p:sp>
      <p:sp>
        <p:nvSpPr>
          <p:cNvPr id="41" name="Matching"/>
          <p:cNvSpPr txBox="1"/>
          <p:nvPr/>
        </p:nvSpPr>
        <p:spPr>
          <a:xfrm>
            <a:off x="548640" y="5577840"/>
            <a:ext cx="11064240" cy="457200"/>
          </a:xfrm>
          <a:prstGeom prst="rect">
            <a:avLst/>
          </a:prstGeom>
          <a:noFill/>
        </p:spPr>
        <p:txBody>
          <a:bodyPr wrap="square" anchor="t" lIns="45720" rIns="45720" tIns="18288" bIns="18288">
            <a:spAutoFit/>
          </a:bodyPr>
          <a:lstStyle/>
          <a:p>
            <a:pPr algn="ctr"/>
            <a:r>
              <a:rPr sz="1800" b="0">
                <a:solidFill>
                  <a:srgbClr val="F4EFE4"/>
                </a:solidFill>
                <a:latin typeface="Inter"/>
              </a:rPr>
              <a:t>Ein guter Prompt rettet </a:t>
            </a:r>
            <a:r>
              <a:rPr sz="1800" b="1">
                <a:solidFill>
                  <a:srgbClr val="F3A09F"/>
                </a:solidFill>
                <a:latin typeface="Inter"/>
              </a:rPr>
              <a:t>keine falsch gewählte Aufgabe.</a:t>
            </a:r>
          </a:p>
        </p:txBody>
      </p:sp>
      <p:sp>
        <p:nvSpPr>
          <p:cNvPr id="90" name="Quelle"/>
          <p:cNvSpPr txBox="1"/>
          <p:nvPr/>
        </p:nvSpPr>
        <p:spPr>
          <a:xfrm>
            <a:off x="548640" y="6080000"/>
            <a:ext cx="11064240" cy="230000"/>
          </a:xfrm>
          <a:prstGeom prst="rect">
            <a:avLst/>
          </a:prstGeom>
          <a:noFill/>
        </p:spPr>
        <p:txBody>
          <a:bodyPr wrap="square" lIns="0" tIns="0" rIns="0" bIns="0" anchor="ctr"/>
          <a:lstStyle/>
          <a:p>
            <a:pPr algn="ctr"/>
            <a:r>
              <a:rPr lang="de-DE" sz="900" dirty="0">
                <a:solidFill>
                  <a:srgbClr val="9C978D"/>
                </a:solidFill>
                <a:latin typeface="Inter"/>
              </a:rPr>
              <a:t>Quelle: Roth, M. (2026): The Impact Square. Four Levers of Human Responsibility from Conversational to Agentic AI. SSRN, DOI 10.2139/ssrn.7408718</a:t>
            </a:r>
          </a:p>
        </p:txBody>
      </p:sp>
    </p:spTree>
    <p:extLst>
      <p:ext uri="{BB962C8B-B14F-4D97-AF65-F5344CB8AC3E}">
        <p14:creationId xmlns:p14="http://schemas.microsoft.com/office/powerpoint/2010/main" val="780372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0412A8-C89B-4F44-8CFC-173A8F87B0E0}"/>
              </a:ext>
            </a:extLst>
          </p:cNvPr>
          <p:cNvSpPr>
            <a:spLocks noGrp="1"/>
          </p:cNvSpPr>
          <p:nvPr>
            <p:ph type="title"/>
          </p:nvPr>
        </p:nvSpPr>
        <p:spPr/>
        <p:txBody>
          <a:bodyPr/>
          <a:lstStyle/>
          <a:p>
            <a:pPr>
              <a:tabLst>
                <a:tab pos="2955925" algn="l"/>
              </a:tabLst>
            </a:pPr>
            <a:r>
              <a:rPr lang="de-DE" sz="4000" b="1" dirty="0" cap="all">
                <a:solidFill>
                  <a:srgbClr val="F4EFE4"/>
                </a:solidFill>
                <a:latin typeface="Roboto Condensed"/>
              </a:rPr>
              <a:t>Drei Fragen zum </a:t>
            </a:r>
            <a:r>
              <a:rPr lang="de-DE" sz="4000" b="1" dirty="0" cap="all">
                <a:solidFill>
                  <a:srgbClr val="F3A09F"/>
                </a:solidFill>
                <a:latin typeface="Roboto Condensed"/>
              </a:rPr>
              <a:t>Mitnehmen</a:t>
            </a:r>
            <a:r>
              <a:rPr lang="de-DE" sz="4000" b="1" dirty="0" cap="all">
                <a:solidFill>
                  <a:srgbClr val="F4EFE4"/>
                </a:solidFill>
                <a:latin typeface="Roboto Condensed"/>
              </a:rPr>
              <a:t>.</a:t>
            </a:r>
            <a:endParaRPr lang="de-DE" b="1" dirty="0">
              <a:solidFill>
                <a:srgbClr val="F3A09F"/>
              </a:solidFill>
              <a:latin typeface="Inter" panose="00000500000000000000" pitchFamily="2" charset="0"/>
            </a:endParaRPr>
          </a:p>
        </p:txBody>
      </p:sp>
      <p:sp>
        <p:nvSpPr>
          <p:cNvPr id="4" name="Num0">
            <a:extLst>
              <a:ext uri="{FF2B5EF4-FFF2-40B4-BE49-F238E27FC236}">
                <a16:creationId xmlns:a16="http://schemas.microsoft.com/office/drawing/2014/main" id="{A71D445F-822A-4C1A-AC5F-59859746E7A6}"/>
              </a:ext>
            </a:extLst>
          </p:cNvPr>
          <p:cNvSpPr txBox="1"/>
          <p:nvPr/>
        </p:nvSpPr>
        <p:spPr>
          <a:xfrm>
            <a:off x="663910" y="1750000"/>
            <a:ext cx="1463040" cy="1015663"/>
          </a:xfrm>
          <a:prstGeom prst="rect">
            <a:avLst/>
          </a:prstGeom>
          <a:noFill/>
        </p:spPr>
        <p:txBody>
          <a:bodyPr wrap="square">
            <a:spAutoFit/>
          </a:bodyPr>
          <a:lstStyle/>
          <a:p>
            <a:pPr algn="l">
              <a:defRPr sz="7200" b="1">
                <a:solidFill>
                  <a:srgbClr val="F3A09F"/>
                </a:solidFill>
                <a:latin typeface="Inter"/>
              </a:defRPr>
            </a:pPr>
            <a:r>
              <a:rPr lang="de-DE" sz="6000" dirty="0" b="1">
                <a:latin typeface="Roboto Condensed"/>
              </a:rPr>
              <a:t>01.</a:t>
            </a:r>
          </a:p>
        </p:txBody>
      </p:sp>
      <p:sp>
        <p:nvSpPr>
          <p:cNvPr id="5" name="Q0L0">
            <a:extLst>
              <a:ext uri="{FF2B5EF4-FFF2-40B4-BE49-F238E27FC236}">
                <a16:creationId xmlns:a16="http://schemas.microsoft.com/office/drawing/2014/main" id="{2BA1F8C0-DF86-4604-A61D-66A07189252B}"/>
              </a:ext>
            </a:extLst>
          </p:cNvPr>
          <p:cNvSpPr txBox="1"/>
          <p:nvPr/>
        </p:nvSpPr>
        <p:spPr>
          <a:xfrm>
            <a:off x="2126778" y="1750000"/>
            <a:ext cx="9326880" cy="1077218"/>
          </a:xfrm>
          <a:prstGeom prst="rect">
            <a:avLst/>
          </a:prstGeom>
          <a:noFill/>
        </p:spPr>
        <p:txBody>
          <a:bodyPr wrap="square">
            <a:spAutoFit/>
          </a:bodyPr>
          <a:lstStyle/>
          <a:p>
            <a:pPr algn="l">
              <a:defRPr sz="2200" b="0">
                <a:solidFill>
                  <a:srgbClr val="F4EFE4"/>
                </a:solidFill>
                <a:latin typeface="Inter"/>
              </a:defRPr>
            </a:pPr>
            <a:r>
              <a:rPr lang="de-DE" sz="2800" dirty="0">
                <a:solidFill/>
              </a:rPr>
              <a:t>Wo verläuft bei uns die Grenze, was KI gut kann – und wer kennt sie?</a:t>
            </a:r>
          </a:p>
        </p:txBody>
      </p:sp>
      <p:sp>
        <p:nvSpPr>
          <p:cNvPr id="8" name="Num1">
            <a:extLst>
              <a:ext uri="{FF2B5EF4-FFF2-40B4-BE49-F238E27FC236}">
                <a16:creationId xmlns:a16="http://schemas.microsoft.com/office/drawing/2014/main" id="{40DF8707-F529-4D2B-B4E4-E179C075196E}"/>
              </a:ext>
            </a:extLst>
          </p:cNvPr>
          <p:cNvSpPr txBox="1"/>
          <p:nvPr/>
        </p:nvSpPr>
        <p:spPr>
          <a:xfrm>
            <a:off x="663910" y="2999293"/>
            <a:ext cx="1463040" cy="1015663"/>
          </a:xfrm>
          <a:prstGeom prst="rect">
            <a:avLst/>
          </a:prstGeom>
          <a:noFill/>
        </p:spPr>
        <p:txBody>
          <a:bodyPr wrap="square">
            <a:spAutoFit/>
          </a:bodyPr>
          <a:lstStyle/>
          <a:p>
            <a:pPr algn="l">
              <a:defRPr sz="7200" b="1">
                <a:solidFill>
                  <a:srgbClr val="F3A09F"/>
                </a:solidFill>
                <a:latin typeface="Inter"/>
              </a:defRPr>
            </a:pPr>
            <a:r>
              <a:rPr lang="de-DE" sz="6000" dirty="0" b="1">
                <a:latin typeface="Roboto Condensed"/>
              </a:rPr>
              <a:t>02.</a:t>
            </a:r>
          </a:p>
        </p:txBody>
      </p:sp>
      <p:sp>
        <p:nvSpPr>
          <p:cNvPr id="9" name="Q1L0">
            <a:extLst>
              <a:ext uri="{FF2B5EF4-FFF2-40B4-BE49-F238E27FC236}">
                <a16:creationId xmlns:a16="http://schemas.microsoft.com/office/drawing/2014/main" id="{EF8AC9F9-77DE-4EC2-B84D-67F606DA6AB1}"/>
              </a:ext>
            </a:extLst>
          </p:cNvPr>
          <p:cNvSpPr txBox="1"/>
          <p:nvPr/>
        </p:nvSpPr>
        <p:spPr>
          <a:xfrm>
            <a:off x="2126778" y="3263026"/>
            <a:ext cx="9326880" cy="584775"/>
          </a:xfrm>
          <a:prstGeom prst="rect">
            <a:avLst/>
          </a:prstGeom>
          <a:noFill/>
        </p:spPr>
        <p:txBody>
          <a:bodyPr wrap="square">
            <a:spAutoFit/>
          </a:bodyPr>
          <a:lstStyle/>
          <a:p>
            <a:pPr algn="l">
              <a:defRPr sz="2200" b="0">
                <a:solidFill>
                  <a:srgbClr val="F4EFE4"/>
                </a:solidFill>
                <a:latin typeface="Inter"/>
              </a:defRPr>
            </a:pPr>
            <a:r>
              <a:rPr lang="de-DE" sz="2800" dirty="0">
                <a:solidFill/>
              </a:rPr>
              <a:t>Was würde ich </a:t>
            </a:r>
            <a:r>
              <a:rPr lang="de-DE" sz="2800" dirty="0">
                <a:solidFill>
                  <a:srgbClr val="F3A09F"/>
                </a:solidFill>
              </a:rPr>
              <a:t>NICHT</a:t>
            </a:r>
            <a:r>
              <a:rPr lang="de-DE" sz="2800" dirty="0">
                <a:solidFill/>
              </a:rPr>
              <a:t> delegieren – und warum?</a:t>
            </a:r>
          </a:p>
        </p:txBody>
      </p:sp>
      <p:sp>
        <p:nvSpPr>
          <p:cNvPr id="12" name="Num2">
            <a:extLst>
              <a:ext uri="{FF2B5EF4-FFF2-40B4-BE49-F238E27FC236}">
                <a16:creationId xmlns:a16="http://schemas.microsoft.com/office/drawing/2014/main" id="{8BE45C30-30F6-4648-A652-5F93F29C4161}"/>
              </a:ext>
            </a:extLst>
          </p:cNvPr>
          <p:cNvSpPr txBox="1"/>
          <p:nvPr/>
        </p:nvSpPr>
        <p:spPr>
          <a:xfrm>
            <a:off x="663910" y="4085184"/>
            <a:ext cx="1463040" cy="1015663"/>
          </a:xfrm>
          <a:prstGeom prst="rect">
            <a:avLst/>
          </a:prstGeom>
          <a:noFill/>
        </p:spPr>
        <p:txBody>
          <a:bodyPr wrap="square">
            <a:spAutoFit/>
          </a:bodyPr>
          <a:lstStyle/>
          <a:p>
            <a:pPr algn="l">
              <a:defRPr sz="7200" b="1">
                <a:solidFill>
                  <a:srgbClr val="F3A09F"/>
                </a:solidFill>
                <a:latin typeface="Inter"/>
              </a:defRPr>
            </a:pPr>
            <a:r>
              <a:rPr lang="de-DE" sz="6000" dirty="0" b="1">
                <a:latin typeface="Roboto Condensed"/>
              </a:rPr>
              <a:t>03.</a:t>
            </a:r>
          </a:p>
        </p:txBody>
      </p:sp>
      <p:sp>
        <p:nvSpPr>
          <p:cNvPr id="13" name="Q2L0">
            <a:extLst>
              <a:ext uri="{FF2B5EF4-FFF2-40B4-BE49-F238E27FC236}">
                <a16:creationId xmlns:a16="http://schemas.microsoft.com/office/drawing/2014/main" id="{00CA273B-4022-4296-B28E-6A1DEDE32584}"/>
              </a:ext>
            </a:extLst>
          </p:cNvPr>
          <p:cNvSpPr txBox="1"/>
          <p:nvPr/>
        </p:nvSpPr>
        <p:spPr>
          <a:xfrm>
            <a:off x="2126778" y="4283609"/>
            <a:ext cx="9326880" cy="584775"/>
          </a:xfrm>
          <a:prstGeom prst="rect">
            <a:avLst/>
          </a:prstGeom>
          <a:noFill/>
        </p:spPr>
        <p:txBody>
          <a:bodyPr wrap="square">
            <a:spAutoFit/>
          </a:bodyPr>
          <a:lstStyle/>
          <a:p>
            <a:pPr algn="l">
              <a:defRPr sz="2200" b="0">
                <a:solidFill>
                  <a:srgbClr val="F4EFE4"/>
                </a:solidFill>
                <a:latin typeface="Inter"/>
              </a:defRPr>
            </a:pPr>
            <a:r>
              <a:rPr lang="de-DE" sz="2800" dirty="0">
                <a:solidFill/>
              </a:rPr>
              <a:t>Wer lernt bei uns mit KI – und wer bleibt zurück?</a:t>
            </a:r>
          </a:p>
        </p:txBody>
      </p:sp>
      <p:sp>
        <p:nvSpPr>
          <p:cNvPr id="10" name="Text 11">
            <a:extLst>
              <a:ext uri="{FF2B5EF4-FFF2-40B4-BE49-F238E27FC236}">
                <a16:creationId xmlns:a16="http://schemas.microsoft.com/office/drawing/2014/main" id="{819DE08E-B7BC-41C1-95E8-7A8710CE3075}"/>
              </a:ext>
            </a:extLst>
          </p:cNvPr>
          <p:cNvSpPr/>
          <p:nvPr/>
        </p:nvSpPr>
        <p:spPr>
          <a:xfrm>
            <a:off x="2246863" y="5305958"/>
            <a:ext cx="8229600" cy="365760"/>
          </a:xfrm>
          <a:prstGeom prst="rect">
            <a:avLst/>
          </a:prstGeom>
          <a:noFill/>
          <a:ln/>
        </p:spPr>
        <p:txBody>
          <a:bodyPr wrap="square" lIns="0" tIns="0" rIns="0" bIns="0" rtlCol="0" anchor="ctr"/>
          <a:lstStyle/>
          <a:p>
            <a:pPr marL="0" indent="0">
              <a:buNone/>
            </a:pPr>
            <a:r>
              <a:rPr lang="en-US" sz="1500" b="1" dirty="0">
                <a:solidFill>
                  <a:srgbClr val="F3A09F"/>
                </a:solidFill>
                <a:latin typeface="Inter" panose="00000500000000000000" pitchFamily="2" charset="0"/>
                <a:ea typeface="Inter" pitchFamily="34" charset="-122"/>
                <a:cs typeface="Inter" pitchFamily="34" charset="-120"/>
              </a:rPr>
              <a:t>KI macht den Job nicht FÜR Sie – sondern MIT Ihnen.</a:t>
            </a:r>
            <a:endParaRPr lang="en-US" sz="1500" dirty="0">
              <a:solidFill>
                <a:srgbClr val="F3A09F"/>
              </a:solidFill>
              <a:latin typeface="Inter" panose="00000500000000000000" pitchFamily="2" charset="0"/>
            </a:endParaRPr>
          </a:p>
        </p:txBody>
      </p:sp>
      <p:sp>
        <p:nvSpPr>
          <p:cNvPr id="11" name="STag">
            <a:extLst>
              <a:ext uri="{FF2B5EF4-FFF2-40B4-BE49-F238E27FC236}">
                <a16:creationId xmlns:a16="http://schemas.microsoft.com/office/drawing/2014/main" id="{42781089-9A2C-49A0-A2A9-7C7A5AFC9712}"/>
              </a:ext>
            </a:extLst>
          </p:cNvPr>
          <p:cNvSpPr txBox="1"/>
          <p:nvPr/>
        </p:nvSpPr>
        <p:spPr>
          <a:xfrm>
            <a:off x="493714" y="386121"/>
            <a:ext cx="3200000" cy="230832"/>
          </a:xfrm>
          <a:prstGeom prst="rect">
            <a:avLst/>
          </a:prstGeom>
          <a:noFill/>
        </p:spPr>
        <p:txBody>
          <a:bodyPr wrap="square">
            <a:spAutoFit/>
          </a:bodyPr>
          <a:lstStyle/>
          <a:p>
            <a:pPr algn="l">
              <a:defRPr sz="900" b="1">
                <a:solidFill>
                  <a:srgbClr val="F3A09F"/>
                </a:solidFill>
                <a:latin typeface="Inter"/>
              </a:defRPr>
            </a:pPr>
            <a:r>
              <a:rPr lang="de-DE" dirty="0"/>
              <a:t>ZUM MITNEHMEN</a:t>
            </a:r>
            <a:endParaRPr dirty="0"/>
          </a:p>
        </p:txBody>
      </p:sp>
    </p:spTree>
    <p:extLst>
      <p:ext uri="{BB962C8B-B14F-4D97-AF65-F5344CB8AC3E}">
        <p14:creationId xmlns:p14="http://schemas.microsoft.com/office/powerpoint/2010/main" val="780372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8" grpId="0"/>
      <p:bldP spid="9" grpId="0"/>
      <p:bldP spid="12" grpId="0"/>
      <p:bldP spid="13" grpId="0"/>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AgendaCover"/>
          <p:cNvSpPr/>
          <p:nvPr/>
        </p:nvSpPr>
        <p:spPr>
          <a:xfrm>
            <a:off x="493714" y="386121"/>
            <a:ext cx="2743200" cy="230832"/>
          </a:xfrm>
          <a:prstGeom prst="rect">
            <a:avLst/>
          </a:prstGeom>
          <a:solidFill>
            <a:srgbClr val="0A0A0A"/>
          </a:solidFill>
          <a:ln>
            <a:noFill/>
          </a:ln>
        </p:spPr>
        <p:txBody>
          <a:bodyPr/>
          <a:lstStyle/>
          <a:p>
            <a:endParaRPr dirty="0"/>
          </a:p>
        </p:txBody>
      </p:sp>
      <p:sp>
        <p:nvSpPr>
          <p:cNvPr id="5" name="BigStatement"/>
          <p:cNvSpPr txBox="1"/>
          <p:nvPr/>
        </p:nvSpPr>
        <p:spPr>
          <a:xfrm>
            <a:off x="417095" y="2100000"/>
            <a:ext cx="11282905" cy="1692771"/>
          </a:xfrm>
          <a:prstGeom prst="rect">
            <a:avLst/>
          </a:prstGeom>
          <a:noFill/>
        </p:spPr>
        <p:txBody>
          <a:bodyPr wrap="square">
            <a:spAutoFit/>
          </a:bodyPr>
          <a:lstStyle/>
          <a:p>
            <a:pPr algn="ctr">
              <a:defRPr sz="5200" b="1">
                <a:solidFill>
                  <a:srgbClr val="F4EFE4"/>
                </a:solidFill>
                <a:latin typeface="Inter"/>
              </a:defRPr>
            </a:pPr>
            <a:r>
              <a:rPr lang="de-DE" dirty="0" b="1" cap="all">
                <a:latin typeface="Roboto Condensed"/>
              </a:rPr>
              <a:t>KI macht den Job nicht </a:t>
            </a:r>
            <a:r>
              <a:rPr lang="de-DE" dirty="0" b="1" cap="all">
                <a:solidFill>
                  <a:srgbClr val="F3A09F"/>
                </a:solidFill>
                <a:latin typeface="Roboto Condensed"/>
              </a:rPr>
              <a:t>FÜR</a:t>
            </a:r>
            <a:r>
              <a:rPr lang="de-DE" dirty="0" b="1" cap="all">
                <a:latin typeface="Roboto Condensed"/>
              </a:rPr>
              <a:t> dich - </a:t>
            </a:r>
          </a:p>
          <a:p>
            <a:pPr algn="ctr">
              <a:defRPr sz="5200" b="1">
                <a:solidFill>
                  <a:srgbClr val="F4EFE4"/>
                </a:solidFill>
                <a:latin typeface="Inter"/>
              </a:defRPr>
            </a:pPr>
            <a:r>
              <a:rPr lang="de-DE" dirty="0" b="1" cap="all">
                <a:latin typeface="Roboto Condensed"/>
              </a:rPr>
              <a:t>sondern </a:t>
            </a:r>
            <a:r>
              <a:rPr lang="de-DE" dirty="0" b="1" cap="all">
                <a:solidFill>
                  <a:srgbClr val="F3A09F"/>
                </a:solidFill>
                <a:latin typeface="Roboto Condensed"/>
              </a:rPr>
              <a:t>MIT</a:t>
            </a:r>
            <a:r>
              <a:rPr lang="de-DE" dirty="0" b="1" cap="all">
                <a:latin typeface="Roboto Condensed"/>
              </a:rPr>
              <a:t> dir.</a:t>
            </a:r>
          </a:p>
        </p:txBody>
      </p:sp>
      <p:sp>
        <p:nvSpPr>
          <p:cNvPr id="6" name="Tagline"/>
          <p:cNvSpPr txBox="1"/>
          <p:nvPr/>
        </p:nvSpPr>
        <p:spPr>
          <a:xfrm>
            <a:off x="1219199" y="4235305"/>
            <a:ext cx="10397895" cy="400110"/>
          </a:xfrm>
          <a:prstGeom prst="rect">
            <a:avLst/>
          </a:prstGeom>
          <a:noFill/>
        </p:spPr>
        <p:txBody>
          <a:bodyPr wrap="square">
            <a:spAutoFit/>
          </a:bodyPr>
          <a:lstStyle/>
          <a:p>
            <a:pPr algn="ctr">
              <a:defRPr sz="2000" b="0">
                <a:solidFill>
                  <a:srgbClr val="8888A0"/>
                </a:solidFill>
                <a:latin typeface="Inter"/>
              </a:defRPr>
            </a:pPr>
            <a:r>
              <a:rPr lang="de-DE" dirty="0"/>
              <a:t>Der MENSCH steht im Zentrum aller Entscheidungen!</a:t>
            </a:r>
          </a:p>
        </p:txBody>
      </p:sp>
      <p:sp>
        <p:nvSpPr>
          <p:cNvPr id="7" name="CTA"/>
          <p:cNvSpPr txBox="1"/>
          <p:nvPr/>
        </p:nvSpPr>
        <p:spPr>
          <a:xfrm>
            <a:off x="500000" y="5707229"/>
            <a:ext cx="11200000" cy="523220"/>
          </a:xfrm>
          <a:prstGeom prst="rect">
            <a:avLst/>
          </a:prstGeom>
          <a:noFill/>
        </p:spPr>
        <p:txBody>
          <a:bodyPr wrap="square">
            <a:spAutoFit/>
          </a:bodyPr>
          <a:lstStyle/>
          <a:p>
            <a:pPr algn="ctr">
              <a:defRPr sz="1400" b="0">
                <a:solidFill>
                  <a:srgbClr val="0A0A0A"/>
                </a:solidFill>
                <a:latin typeface="Inter"/>
              </a:defRPr>
            </a:pPr>
            <a:endParaRPr lang="de-DE" dirty="0">
              <a:solidFill>
                <a:schemeClr val="bg1"/>
              </a:solidFill>
            </a:endParaRPr>
          </a:p>
          <a:p>
            <a:pPr algn="ctr">
              <a:defRPr sz="1400" b="0">
                <a:solidFill>
                  <a:srgbClr val="0A0A0A"/>
                </a:solidFill>
                <a:latin typeface="Inter"/>
              </a:defRPr>
            </a:pPr>
            <a:r>
              <a:rPr lang="de-DE" dirty="0">
                <a:solidFill>
                  <a:schemeClr val="bg1"/>
                </a:solidFill>
              </a:rPr>
              <a:t>Kontakt: michael.roth@fh-kaernten.at</a:t>
            </a:r>
          </a:p>
        </p:txBody>
      </p:sp>
      <p:sp>
        <p:nvSpPr>
          <p:cNvPr id="2" name="Ellipse 1">
            <a:extLst>
              <a:ext uri="{FF2B5EF4-FFF2-40B4-BE49-F238E27FC236}">
                <a16:creationId xmlns:a16="http://schemas.microsoft.com/office/drawing/2014/main" id="{8CBD75FC-87D7-4357-8C67-F21D102799D4}"/>
              </a:ext>
            </a:extLst>
          </p:cNvPr>
          <p:cNvSpPr/>
          <p:nvPr/>
        </p:nvSpPr>
        <p:spPr>
          <a:xfrm>
            <a:off x="2331720" y="4145034"/>
            <a:ext cx="605872" cy="605872"/>
          </a:xfrm>
          <a:prstGeom prst="ellipse">
            <a:avLst/>
          </a:prstGeom>
          <a:solidFill>
            <a:srgbClr val="7626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Grafik 21">
            <a:extLst>
              <a:ext uri="{FF2B5EF4-FFF2-40B4-BE49-F238E27FC236}">
                <a16:creationId xmlns:a16="http://schemas.microsoft.com/office/drawing/2014/main" id="{2D249FA9-F6D2-47C0-8047-A6835E15F9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212" y="124172"/>
            <a:ext cx="11743576" cy="6607374"/>
          </a:xfrm>
          <a:prstGeom prst="rect">
            <a:avLst/>
          </a:prstGeom>
        </p:spPr>
      </p:pic>
      <p:sp>
        <p:nvSpPr>
          <p:cNvPr id="16" name="TextBox 1">
            <a:extLst>
              <a:ext uri="{FF2B5EF4-FFF2-40B4-BE49-F238E27FC236}">
                <a16:creationId xmlns:a16="http://schemas.microsoft.com/office/drawing/2014/main" id="{6E720B30-997D-41C1-B003-7989F0FA16BF}"/>
              </a:ext>
            </a:extLst>
          </p:cNvPr>
          <p:cNvSpPr txBox="1"/>
          <p:nvPr/>
        </p:nvSpPr>
        <p:spPr>
          <a:xfrm>
            <a:off x="2600821" y="991965"/>
            <a:ext cx="1139142" cy="430887"/>
          </a:xfrm>
          <a:prstGeom prst="rect">
            <a:avLst/>
          </a:prstGeom>
          <a:noFill/>
        </p:spPr>
        <p:txBody>
          <a:bodyPr wrap="square">
            <a:spAutoFit/>
          </a:bodyPr>
          <a:lstStyle/>
          <a:p>
            <a:pPr algn="r">
              <a:defRPr sz="2000" b="0">
                <a:solidFill>
                  <a:srgbClr val="F4EFE4"/>
                </a:solidFill>
                <a:latin typeface="Inter"/>
              </a:defRPr>
            </a:pPr>
            <a:r>
              <a:rPr sz="2200" dirty="0"/>
              <a:t>Michael</a:t>
            </a:r>
          </a:p>
        </p:txBody>
      </p:sp>
      <p:sp>
        <p:nvSpPr>
          <p:cNvPr id="17" name="TextBox 2">
            <a:extLst>
              <a:ext uri="{FF2B5EF4-FFF2-40B4-BE49-F238E27FC236}">
                <a16:creationId xmlns:a16="http://schemas.microsoft.com/office/drawing/2014/main" id="{F00E37A3-B794-4326-870F-6687E70807A3}"/>
              </a:ext>
            </a:extLst>
          </p:cNvPr>
          <p:cNvSpPr txBox="1"/>
          <p:nvPr/>
        </p:nvSpPr>
        <p:spPr>
          <a:xfrm>
            <a:off x="1526153" y="1153306"/>
            <a:ext cx="2261936" cy="1077218"/>
          </a:xfrm>
          <a:prstGeom prst="rect">
            <a:avLst/>
          </a:prstGeom>
          <a:noFill/>
        </p:spPr>
        <p:txBody>
          <a:bodyPr wrap="square">
            <a:spAutoFit/>
          </a:bodyPr>
          <a:lstStyle/>
          <a:p>
            <a:pPr algn="r">
              <a:defRPr sz="6400" b="1">
                <a:solidFill>
                  <a:srgbClr val="F4EFE4"/>
                </a:solidFill>
                <a:latin typeface="Inter"/>
              </a:defRPr>
            </a:pPr>
            <a:r>
              <a:rPr dirty="0" b="1" cap="all">
                <a:latin typeface="Roboto Condensed"/>
              </a:rPr>
              <a:t>ROTH</a:t>
            </a:r>
          </a:p>
        </p:txBody>
      </p:sp>
      <p:pic>
        <p:nvPicPr>
          <p:cNvPr id="7" name="Grafik 6">
            <a:extLst>
              <a:ext uri="{FF2B5EF4-FFF2-40B4-BE49-F238E27FC236}">
                <a16:creationId xmlns:a16="http://schemas.microsoft.com/office/drawing/2014/main" id="{1F6982EB-0EBC-4616-A113-36B2DD5816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52230" y="126454"/>
            <a:ext cx="2720140" cy="1246636"/>
          </a:xfrm>
          <a:prstGeom prst="rect">
            <a:avLst/>
          </a:prstGeom>
        </p:spPr>
      </p:pic>
      <p:pic>
        <p:nvPicPr>
          <p:cNvPr id="8" name="Grafik 7">
            <a:extLst>
              <a:ext uri="{FF2B5EF4-FFF2-40B4-BE49-F238E27FC236}">
                <a16:creationId xmlns:a16="http://schemas.microsoft.com/office/drawing/2014/main" id="{AB3346E6-A776-4D03-B3D2-A01B534CE0CF}"/>
              </a:ext>
            </a:extLst>
          </p:cNvPr>
          <p:cNvPicPr>
            <a:picLocks noChangeAspect="1"/>
          </p:cNvPicPr>
          <p:nvPr/>
        </p:nvPicPr>
        <p:blipFill>
          <a:blip r:embed="rId4">
            <a:grayscl/>
          </a:blip>
          <a:stretch>
            <a:fillRect/>
          </a:stretch>
        </p:blipFill>
        <p:spPr>
          <a:xfrm>
            <a:off x="9934405" y="5528886"/>
            <a:ext cx="1712164" cy="713402"/>
          </a:xfrm>
          <a:prstGeom prst="rect">
            <a:avLst/>
          </a:prstGeom>
        </p:spPr>
      </p:pic>
      <p:sp>
        <p:nvSpPr>
          <p:cNvPr id="27" name="Textfeld 26">
            <a:extLst>
              <a:ext uri="{FF2B5EF4-FFF2-40B4-BE49-F238E27FC236}">
                <a16:creationId xmlns:a16="http://schemas.microsoft.com/office/drawing/2014/main" id="{0F9B9C35-3EBC-4DB3-B4DA-FBAB4BBF7B43}"/>
              </a:ext>
            </a:extLst>
          </p:cNvPr>
          <p:cNvSpPr txBox="1"/>
          <p:nvPr/>
        </p:nvSpPr>
        <p:spPr>
          <a:xfrm>
            <a:off x="157989" y="2451986"/>
            <a:ext cx="3630099" cy="2631490"/>
          </a:xfrm>
          <a:prstGeom prst="rect">
            <a:avLst/>
          </a:prstGeom>
          <a:noFill/>
        </p:spPr>
        <p:txBody>
          <a:bodyPr wrap="square">
            <a:spAutoFit/>
          </a:bodyPr>
          <a:lstStyle/>
          <a:p>
            <a:pPr algn="r"/>
            <a:r>
              <a:rPr lang="de-DE" sz="1500" dirty="0">
                <a:solidFill>
                  <a:schemeClr val="bg1"/>
                </a:solidFill>
                <a:latin typeface="Inter" panose="00000500000000000000" pitchFamily="2" charset="0"/>
              </a:rPr>
              <a:t>LECTURER/KEY RESEARCHER – INNOVATIONSMANAGEMENT &amp; ENTREPRENEURSHIP</a:t>
            </a:r>
          </a:p>
          <a:p>
            <a:pPr algn="r"/>
            <a:endParaRPr lang="de-DE" sz="1500" dirty="0">
              <a:solidFill>
                <a:schemeClr val="bg1"/>
              </a:solidFill>
              <a:latin typeface="Inter" panose="00000500000000000000" pitchFamily="2" charset="0"/>
            </a:endParaRPr>
          </a:p>
          <a:p>
            <a:pPr algn="r"/>
            <a:r>
              <a:rPr lang="de-DE" sz="1500" b="1" dirty="0">
                <a:solidFill>
                  <a:srgbClr val="F3A09F"/>
                </a:solidFill>
                <a:latin typeface="Inter" panose="00000500000000000000" pitchFamily="2" charset="0"/>
              </a:rPr>
              <a:t>FH Kärnten</a:t>
            </a:r>
          </a:p>
          <a:p>
            <a:pPr algn="r"/>
            <a:r>
              <a:rPr lang="de-DE" sz="1300" dirty="0">
                <a:solidFill>
                  <a:schemeClr val="bg1"/>
                </a:solidFill>
                <a:latin typeface="Inter" panose="00000500000000000000" pitchFamily="2" charset="0"/>
              </a:rPr>
              <a:t>T:  +43 (0)5 / 90500-2244</a:t>
            </a:r>
          </a:p>
          <a:p>
            <a:pPr algn="r"/>
            <a:r>
              <a:rPr lang="de-DE" sz="1300" dirty="0">
                <a:solidFill>
                  <a:schemeClr val="bg1"/>
                </a:solidFill>
                <a:latin typeface="Inter" panose="00000500000000000000" pitchFamily="2" charset="0"/>
              </a:rPr>
              <a:t>M: m.roth@fh-kaernten.at</a:t>
            </a:r>
          </a:p>
          <a:p>
            <a:pPr algn="r"/>
            <a:r>
              <a:rPr lang="de-DE" sz="1300" dirty="0">
                <a:solidFill>
                  <a:schemeClr val="bg1"/>
                </a:solidFill>
                <a:latin typeface="Inter" panose="00000500000000000000" pitchFamily="2" charset="0"/>
              </a:rPr>
              <a:t>W: www.fh-kaernten.at</a:t>
            </a:r>
          </a:p>
          <a:p>
            <a:pPr algn="r"/>
            <a:endParaRPr lang="de-DE" sz="1500" dirty="0">
              <a:solidFill>
                <a:schemeClr val="bg1"/>
              </a:solidFill>
              <a:latin typeface="Inter" panose="00000500000000000000" pitchFamily="2" charset="0"/>
            </a:endParaRPr>
          </a:p>
          <a:p>
            <a:pPr algn="r"/>
            <a:r>
              <a:rPr lang="de-DE" sz="1500" dirty="0">
                <a:solidFill>
                  <a:srgbClr val="F3A09F"/>
                </a:solidFill>
                <a:latin typeface="Inter" panose="00000500000000000000" pitchFamily="2" charset="0"/>
              </a:rPr>
              <a:t>get connected</a:t>
            </a:r>
          </a:p>
          <a:p>
            <a:pPr algn="r"/>
            <a:r>
              <a:rPr lang="de-DE" sz="1500" dirty="0">
                <a:solidFill>
                  <a:srgbClr val="F3A09F"/>
                </a:solidFill>
                <a:latin typeface="Inter" panose="00000500000000000000" pitchFamily="2" charset="0"/>
              </a:rPr>
              <a:t>  </a:t>
            </a:r>
            <a:r>
              <a:rPr lang="de-DE" sz="1500" dirty="0">
                <a:solidFill>
                  <a:schemeClr val="bg1"/>
                </a:solidFill>
                <a:latin typeface="Inter" panose="00000500000000000000" pitchFamily="2" charset="0"/>
              </a:rPr>
              <a:t>             </a:t>
            </a:r>
          </a:p>
        </p:txBody>
      </p:sp>
      <p:pic>
        <p:nvPicPr>
          <p:cNvPr id="66" name="Grafik 65">
            <a:hlinkClick r:id="rId5"/>
            <a:extLst>
              <a:ext uri="{FF2B5EF4-FFF2-40B4-BE49-F238E27FC236}">
                <a16:creationId xmlns:a16="http://schemas.microsoft.com/office/drawing/2014/main" id="{D085A5C9-C4DE-4D10-A0DC-3EC1E86D893C}"/>
              </a:ext>
            </a:extLst>
          </p:cNvPr>
          <p:cNvPicPr/>
          <p:nvPr/>
        </p:nvPicPr>
        <p:blipFill>
          <a:blip r:embed="rId6">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446385" y="5083476"/>
            <a:ext cx="354769" cy="354769"/>
          </a:xfrm>
          <a:prstGeom prst="rect">
            <a:avLst/>
          </a:prstGeom>
          <a:noFill/>
          <a:ln>
            <a:noFill/>
          </a:ln>
        </p:spPr>
      </p:pic>
      <p:pic>
        <p:nvPicPr>
          <p:cNvPr id="67" name="Grafik 66">
            <a:hlinkClick r:id="rId7"/>
            <a:extLst>
              <a:ext uri="{FF2B5EF4-FFF2-40B4-BE49-F238E27FC236}">
                <a16:creationId xmlns:a16="http://schemas.microsoft.com/office/drawing/2014/main" id="{0D7A9D96-4D1F-4AC1-9EF7-DECC4EE37220}"/>
              </a:ext>
            </a:extLst>
          </p:cNvPr>
          <p:cNvPicPr/>
          <p:nvPr/>
        </p:nvPicPr>
        <p:blipFill>
          <a:blip r:embed="rId8">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911597" y="5083476"/>
            <a:ext cx="354769" cy="354769"/>
          </a:xfrm>
          <a:prstGeom prst="rect">
            <a:avLst/>
          </a:prstGeom>
          <a:noFill/>
          <a:ln>
            <a:noFill/>
          </a:ln>
        </p:spPr>
      </p:pic>
      <p:pic>
        <p:nvPicPr>
          <p:cNvPr id="68" name="Bild 4">
            <a:hlinkClick r:id="rId9"/>
            <a:extLst>
              <a:ext uri="{FF2B5EF4-FFF2-40B4-BE49-F238E27FC236}">
                <a16:creationId xmlns:a16="http://schemas.microsoft.com/office/drawing/2014/main" id="{03767B79-203F-49ED-847E-CF0FDA5A4E0A}"/>
              </a:ext>
            </a:extLst>
          </p:cNvPr>
          <p:cNvPicPr/>
          <p:nvPr/>
        </p:nvPicPr>
        <p:blipFill>
          <a:blip r:embed="rId10">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376810" y="5083476"/>
            <a:ext cx="354769" cy="354769"/>
          </a:xfrm>
          <a:prstGeom prst="rect">
            <a:avLst/>
          </a:prstGeom>
          <a:noFill/>
          <a:ln>
            <a:noFill/>
          </a:ln>
        </p:spPr>
      </p:pic>
      <p:pic>
        <p:nvPicPr>
          <p:cNvPr id="69" name="Grafik 68">
            <a:hlinkClick r:id="rId11"/>
            <a:extLst>
              <a:ext uri="{FF2B5EF4-FFF2-40B4-BE49-F238E27FC236}">
                <a16:creationId xmlns:a16="http://schemas.microsoft.com/office/drawing/2014/main" id="{84064F30-CA7D-48A2-A751-856CA90E0DA1}"/>
              </a:ext>
            </a:extLst>
          </p:cNvPr>
          <p:cNvPicPr/>
          <p:nvPr/>
        </p:nvPicPr>
        <p:blipFill>
          <a:blip r:embed="rId12">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981173" y="5083476"/>
            <a:ext cx="354769" cy="354769"/>
          </a:xfrm>
          <a:prstGeom prst="rect">
            <a:avLst/>
          </a:prstGeom>
          <a:noFill/>
          <a:ln>
            <a:noFill/>
          </a:ln>
        </p:spPr>
      </p:pic>
      <p:pic>
        <p:nvPicPr>
          <p:cNvPr id="70" name="Grafik 69">
            <a:hlinkClick r:id="rId13"/>
            <a:extLst>
              <a:ext uri="{FF2B5EF4-FFF2-40B4-BE49-F238E27FC236}">
                <a16:creationId xmlns:a16="http://schemas.microsoft.com/office/drawing/2014/main" id="{E6B495DF-ABD5-40FE-B92B-D32D540CA139}"/>
              </a:ext>
            </a:extLst>
          </p:cNvPr>
          <p:cNvPicPr/>
          <p:nvPr/>
        </p:nvPicPr>
        <p:blipFill>
          <a:blip r:embed="rId14">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515961" y="5083476"/>
            <a:ext cx="354769" cy="354769"/>
          </a:xfrm>
          <a:prstGeom prst="rect">
            <a:avLst/>
          </a:prstGeom>
          <a:noFill/>
          <a:ln>
            <a:noFill/>
          </a:ln>
        </p:spPr>
      </p:pic>
      <p:pic>
        <p:nvPicPr>
          <p:cNvPr id="71" name="Grafik 70">
            <a:hlinkClick r:id="rId15"/>
            <a:extLst>
              <a:ext uri="{FF2B5EF4-FFF2-40B4-BE49-F238E27FC236}">
                <a16:creationId xmlns:a16="http://schemas.microsoft.com/office/drawing/2014/main" id="{DD48C51E-BD2E-4658-8A5B-254B49A2622F}"/>
              </a:ext>
            </a:extLst>
          </p:cNvPr>
          <p:cNvPicPr/>
          <p:nvPr/>
        </p:nvPicPr>
        <p:blipFill>
          <a:blip r:embed="rId16">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50749" y="5083476"/>
            <a:ext cx="354769" cy="354769"/>
          </a:xfrm>
          <a:prstGeom prst="rect">
            <a:avLst/>
          </a:prstGeom>
          <a:noFill/>
          <a:ln>
            <a:noFill/>
          </a:ln>
        </p:spPr>
      </p:pic>
      <p:sp>
        <p:nvSpPr>
          <p:cNvPr id="72" name="Ellipse 71">
            <a:extLst>
              <a:ext uri="{FF2B5EF4-FFF2-40B4-BE49-F238E27FC236}">
                <a16:creationId xmlns:a16="http://schemas.microsoft.com/office/drawing/2014/main" id="{51BA319C-36E0-444C-B7B2-419BEBB15910}"/>
              </a:ext>
            </a:extLst>
          </p:cNvPr>
          <p:cNvSpPr/>
          <p:nvPr/>
        </p:nvSpPr>
        <p:spPr>
          <a:xfrm>
            <a:off x="800772" y="1373090"/>
            <a:ext cx="605872" cy="605872"/>
          </a:xfrm>
          <a:prstGeom prst="ellipse">
            <a:avLst/>
          </a:prstGeom>
          <a:solidFill>
            <a:srgbClr val="7626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886429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z="4000" b="1" dirty="0" cap="all">
                <a:solidFill>
                  <a:srgbClr val="F4EFE4"/>
                </a:solidFill>
                <a:latin typeface="Roboto Condensed"/>
              </a:rPr>
              <a:t>Mein Agent prüft. Ich entscheide.</a:t>
            </a:r>
          </a:p>
        </p:txBody>
      </p:sp>
      <p:sp>
        <p:nvSpPr>
          <p:cNvPr id="3" name="AgendaCover"/>
          <p:cNvSpPr/>
          <p:nvPr/>
        </p:nvSpPr>
        <p:spPr>
          <a:xfrm>
            <a:off x="493714" y="386121"/>
            <a:ext cx="2743200" cy="230832"/>
          </a:xfrm>
          <a:prstGeom prst="rect">
            <a:avLst/>
          </a:prstGeom>
          <a:solidFill>
            <a:srgbClr val="0A0A0A"/>
          </a:solidFill>
          <a:ln>
            <a:noFill/>
          </a:ln>
        </p:spPr>
        <p:txBody>
          <a:bodyPr/>
          <a:lstStyle/>
          <a:p>
            <a:endParaRPr dirty="0"/>
          </a:p>
        </p:txBody>
      </p:sp>
      <p:sp>
        <p:nvSpPr>
          <p:cNvPr id="4" name="SectionTag"/>
          <p:cNvSpPr txBox="1"/>
          <p:nvPr/>
        </p:nvSpPr>
        <p:spPr>
          <a:xfrm>
            <a:off x="493714" y="386121"/>
            <a:ext cx="2743200" cy="230832"/>
          </a:xfrm>
          <a:prstGeom prst="rect">
            <a:avLst/>
          </a:prstGeom>
          <a:noFill/>
        </p:spPr>
        <p:txBody>
          <a:bodyPr wrap="square">
            <a:spAutoFit/>
          </a:bodyPr>
          <a:lstStyle/>
          <a:p>
            <a:pPr algn="l">
              <a:defRPr sz="900" b="1">
                <a:solidFill>
                  <a:srgbClr val="F3A09F"/>
                </a:solidFill>
                <a:latin typeface="Inter"/>
              </a:defRPr>
            </a:pPr>
            <a:r>
              <a:rPr dirty="0">
                <a:solidFill/>
              </a:rPr>
              <a:t>AUS MEINEM ALLTAG</a:t>
            </a:r>
          </a:p>
        </p:txBody>
      </p:sp>
      <p:sp>
        <p:nvSpPr>
          <p:cNvPr id="6" name="StepBox0"/>
          <p:cNvSpPr/>
          <p:nvPr/>
        </p:nvSpPr>
        <p:spPr>
          <a:xfrm>
            <a:off x="397462" y="2080294"/>
            <a:ext cx="2500000" cy="1400000"/>
          </a:xfrm>
          <a:prstGeom prst="rect">
            <a:avLst/>
          </a:prstGeom>
          <a:solidFill>
            <a:srgbClr val="76263B"/>
          </a:solidFill>
          <a:ln>
            <a:solidFill>
              <a:schemeClr val="bg1"/>
            </a:solidFill>
          </a:ln>
        </p:spPr>
        <p:txBody>
          <a:bodyPr/>
          <a:lstStyle/>
          <a:p>
            <a:endParaRPr dirty="0"/>
          </a:p>
        </p:txBody>
      </p:sp>
      <p:sp>
        <p:nvSpPr>
          <p:cNvPr id="8" name="StepLbl0"/>
          <p:cNvSpPr txBox="1"/>
          <p:nvPr/>
        </p:nvSpPr>
        <p:spPr>
          <a:xfrm>
            <a:off x="507357" y="2600084"/>
            <a:ext cx="2200000" cy="523220"/>
          </a:xfrm>
          <a:prstGeom prst="rect">
            <a:avLst/>
          </a:prstGeom>
          <a:noFill/>
        </p:spPr>
        <p:txBody>
          <a:bodyPr wrap="square">
            <a:spAutoFit/>
          </a:bodyPr>
          <a:lstStyle/>
          <a:p>
            <a:pPr algn="ctr">
              <a:defRPr sz="2800" b="1">
                <a:solidFill>
                  <a:srgbClr val="F4EFE4"/>
                </a:solidFill>
                <a:latin typeface="Inter"/>
              </a:defRPr>
            </a:pPr>
            <a:r>
              <a:rPr lang="de-DE" dirty="0" sz="2200">
                <a:solidFill/>
              </a:rPr>
              <a:t>Einreichung</a:t>
            </a:r>
          </a:p>
        </p:txBody>
      </p:sp>
      <p:sp>
        <p:nvSpPr>
          <p:cNvPr id="9" name="StepDesc0"/>
          <p:cNvSpPr txBox="1"/>
          <p:nvPr/>
        </p:nvSpPr>
        <p:spPr>
          <a:xfrm>
            <a:off x="397462" y="3680294"/>
            <a:ext cx="2500000" cy="731520"/>
          </a:xfrm>
          <a:prstGeom prst="rect">
            <a:avLst/>
          </a:prstGeom>
          <a:noFill/>
        </p:spPr>
        <p:txBody>
          <a:bodyPr wrap="square">
            <a:spAutoFit/>
          </a:bodyPr>
          <a:lstStyle/>
          <a:p>
            <a:pPr algn="ctr">
              <a:defRPr sz="1600" b="0">
                <a:solidFill>
                  <a:srgbClr val="8888A0"/>
                </a:solidFill>
                <a:latin typeface="Inter"/>
              </a:defRPr>
            </a:pPr>
            <a:r>
              <a:rPr lang="de-DE" dirty="0">
                <a:solidFill/>
              </a:rPr>
              <a:t>Studierende schicken ein Kapitel</a:t>
            </a:r>
          </a:p>
        </p:txBody>
      </p:sp>
      <p:sp>
        <p:nvSpPr>
          <p:cNvPr id="10" name="Arrow0"/>
          <p:cNvSpPr txBox="1"/>
          <p:nvPr/>
        </p:nvSpPr>
        <p:spPr>
          <a:xfrm>
            <a:off x="3023399" y="2580294"/>
            <a:ext cx="190386" cy="523220"/>
          </a:xfrm>
          <a:prstGeom prst="rect">
            <a:avLst/>
          </a:prstGeom>
          <a:noFill/>
        </p:spPr>
        <p:txBody>
          <a:bodyPr wrap="square">
            <a:spAutoFit/>
          </a:bodyPr>
          <a:lstStyle/>
          <a:p>
            <a:pPr algn="ctr">
              <a:defRPr sz="2800" b="0">
                <a:solidFill>
                  <a:srgbClr val="F3A09F"/>
                </a:solidFill>
                <a:latin typeface="Inter"/>
              </a:defRPr>
            </a:pPr>
            <a:r>
              <a:rPr lang="de-DE" dirty="0"/>
              <a:t>→</a:t>
            </a:r>
          </a:p>
        </p:txBody>
      </p:sp>
      <p:sp>
        <p:nvSpPr>
          <p:cNvPr id="11" name="StepBox1"/>
          <p:cNvSpPr/>
          <p:nvPr/>
        </p:nvSpPr>
        <p:spPr>
          <a:xfrm>
            <a:off x="3321806" y="2080294"/>
            <a:ext cx="2500000" cy="1400000"/>
          </a:xfrm>
          <a:prstGeom prst="rect">
            <a:avLst/>
          </a:prstGeom>
          <a:solidFill>
            <a:srgbClr val="76263B"/>
          </a:solidFill>
          <a:ln>
            <a:solidFill>
              <a:schemeClr val="bg1"/>
            </a:solidFill>
          </a:ln>
        </p:spPr>
        <p:txBody>
          <a:bodyPr/>
          <a:lstStyle/>
          <a:p>
            <a:endParaRPr dirty="0"/>
          </a:p>
        </p:txBody>
      </p:sp>
      <p:sp>
        <p:nvSpPr>
          <p:cNvPr id="13" name="StepLbl1"/>
          <p:cNvSpPr txBox="1"/>
          <p:nvPr/>
        </p:nvSpPr>
        <p:spPr>
          <a:xfrm>
            <a:off x="3431701" y="2600084"/>
            <a:ext cx="2200000" cy="523220"/>
          </a:xfrm>
          <a:prstGeom prst="rect">
            <a:avLst/>
          </a:prstGeom>
          <a:noFill/>
        </p:spPr>
        <p:txBody>
          <a:bodyPr wrap="square">
            <a:spAutoFit/>
          </a:bodyPr>
          <a:lstStyle/>
          <a:p>
            <a:pPr algn="ctr">
              <a:defRPr sz="2800" b="1">
                <a:solidFill>
                  <a:srgbClr val="F4EFE4"/>
                </a:solidFill>
                <a:latin typeface="Inter"/>
              </a:defRPr>
            </a:pPr>
            <a:r>
              <a:rPr lang="de-DE" dirty="0" sz="2200">
                <a:solidFill/>
              </a:rPr>
              <a:t>Prüfung</a:t>
            </a:r>
          </a:p>
        </p:txBody>
      </p:sp>
      <p:sp>
        <p:nvSpPr>
          <p:cNvPr id="14" name="StepDesc1"/>
          <p:cNvSpPr txBox="1"/>
          <p:nvPr/>
        </p:nvSpPr>
        <p:spPr>
          <a:xfrm>
            <a:off x="3311945" y="3680294"/>
            <a:ext cx="2500000" cy="731520"/>
          </a:xfrm>
          <a:prstGeom prst="rect">
            <a:avLst/>
          </a:prstGeom>
          <a:noFill/>
        </p:spPr>
        <p:txBody>
          <a:bodyPr wrap="square">
            <a:spAutoFit/>
          </a:bodyPr>
          <a:lstStyle/>
          <a:p>
            <a:pPr algn="ctr">
              <a:defRPr sz="1600" b="0">
                <a:solidFill>
                  <a:srgbClr val="8888A0"/>
                </a:solidFill>
                <a:latin typeface="Inter"/>
              </a:defRPr>
            </a:pPr>
            <a:r>
              <a:rPr lang="de-DE" dirty="0">
                <a:solidFill/>
              </a:rPr>
              <a:t>Agent prüft gegen Raster &amp; Quellen</a:t>
            </a:r>
          </a:p>
        </p:txBody>
      </p:sp>
      <p:sp>
        <p:nvSpPr>
          <p:cNvPr id="15" name="Arrow1"/>
          <p:cNvSpPr txBox="1"/>
          <p:nvPr/>
        </p:nvSpPr>
        <p:spPr>
          <a:xfrm>
            <a:off x="5851806" y="2580294"/>
            <a:ext cx="380000" cy="400000"/>
          </a:xfrm>
          <a:prstGeom prst="rect">
            <a:avLst/>
          </a:prstGeom>
          <a:noFill/>
        </p:spPr>
        <p:txBody>
          <a:bodyPr wrap="square">
            <a:spAutoFit/>
          </a:bodyPr>
          <a:lstStyle/>
          <a:p>
            <a:pPr algn="ctr">
              <a:defRPr sz="2800" b="0">
                <a:solidFill>
                  <a:srgbClr val="F3A09F"/>
                </a:solidFill>
                <a:latin typeface="Inter"/>
              </a:defRPr>
            </a:pPr>
            <a:r>
              <a:rPr lang="de-DE" dirty="0"/>
              <a:t>→</a:t>
            </a:r>
          </a:p>
        </p:txBody>
      </p:sp>
      <p:sp>
        <p:nvSpPr>
          <p:cNvPr id="16" name="StepBox2"/>
          <p:cNvSpPr/>
          <p:nvPr/>
        </p:nvSpPr>
        <p:spPr>
          <a:xfrm>
            <a:off x="6260352" y="2080294"/>
            <a:ext cx="2500000" cy="1400000"/>
          </a:xfrm>
          <a:prstGeom prst="rect">
            <a:avLst/>
          </a:prstGeom>
          <a:solidFill>
            <a:srgbClr val="76263B"/>
          </a:solidFill>
          <a:ln>
            <a:solidFill>
              <a:schemeClr val="bg1"/>
            </a:solidFill>
          </a:ln>
        </p:spPr>
        <p:txBody>
          <a:bodyPr/>
          <a:lstStyle/>
          <a:p>
            <a:endParaRPr dirty="0"/>
          </a:p>
        </p:txBody>
      </p:sp>
      <p:sp>
        <p:nvSpPr>
          <p:cNvPr id="17" name="StepNum2"/>
          <p:cNvSpPr txBox="1"/>
          <p:nvPr/>
        </p:nvSpPr>
        <p:spPr>
          <a:xfrm>
            <a:off x="6265974" y="2084042"/>
            <a:ext cx="2200000" cy="400110"/>
          </a:xfrm>
          <a:prstGeom prst="rect">
            <a:avLst/>
          </a:prstGeom>
          <a:noFill/>
        </p:spPr>
        <p:txBody>
          <a:bodyPr wrap="square">
            <a:spAutoFit/>
          </a:bodyPr>
          <a:lstStyle/>
          <a:p>
            <a:pPr algn="l">
              <a:defRPr sz="2000" b="1">
                <a:solidFill>
                  <a:srgbClr val="000000"/>
                </a:solidFill>
                <a:latin typeface="Inter"/>
              </a:defRPr>
            </a:pPr>
            <a:r>
              <a:rPr lang="de-DE" dirty="0" b="1" cap="all">
                <a:latin typeface="Roboto Condensed"/>
              </a:rPr>
              <a:t>03</a:t>
            </a:r>
          </a:p>
        </p:txBody>
      </p:sp>
      <p:sp>
        <p:nvSpPr>
          <p:cNvPr id="18" name="StepLbl2"/>
          <p:cNvSpPr txBox="1"/>
          <p:nvPr/>
        </p:nvSpPr>
        <p:spPr>
          <a:xfrm>
            <a:off x="6370247" y="2600084"/>
            <a:ext cx="2200000" cy="523220"/>
          </a:xfrm>
          <a:prstGeom prst="rect">
            <a:avLst/>
          </a:prstGeom>
          <a:noFill/>
        </p:spPr>
        <p:txBody>
          <a:bodyPr wrap="square">
            <a:spAutoFit/>
          </a:bodyPr>
          <a:lstStyle/>
          <a:p>
            <a:pPr algn="ctr">
              <a:defRPr sz="2800" b="1">
                <a:solidFill>
                  <a:srgbClr val="000000"/>
                </a:solidFill>
                <a:latin typeface="Inter"/>
              </a:defRPr>
            </a:pPr>
            <a:r>
              <a:rPr lang="de-DE" dirty="0" sz="2200">
                <a:solidFill>
                  <a:schemeClr val="bg1"/>
                </a:solidFill>
              </a:rPr>
              <a:t>Kommentare</a:t>
            </a:r>
          </a:p>
        </p:txBody>
      </p:sp>
      <p:sp>
        <p:nvSpPr>
          <p:cNvPr id="19" name="StepDesc2"/>
          <p:cNvSpPr txBox="1"/>
          <p:nvPr/>
        </p:nvSpPr>
        <p:spPr>
          <a:xfrm>
            <a:off x="6218407" y="3680294"/>
            <a:ext cx="2500000" cy="731520"/>
          </a:xfrm>
          <a:prstGeom prst="rect">
            <a:avLst/>
          </a:prstGeom>
          <a:noFill/>
        </p:spPr>
        <p:txBody>
          <a:bodyPr wrap="square">
            <a:spAutoFit/>
          </a:bodyPr>
          <a:lstStyle/>
          <a:p>
            <a:pPr algn="ctr">
              <a:defRPr sz="1600" b="0">
                <a:solidFill>
                  <a:srgbClr val="8888A0"/>
                </a:solidFill>
                <a:latin typeface="Inter"/>
              </a:defRPr>
            </a:pPr>
            <a:r>
              <a:rPr lang="de-DE" dirty="0">
                <a:solidFill/>
              </a:rPr>
              <a:t>Agent kommentiert direkt im Word-Dokument</a:t>
            </a:r>
          </a:p>
        </p:txBody>
      </p:sp>
      <p:sp>
        <p:nvSpPr>
          <p:cNvPr id="20" name="Arrow2"/>
          <p:cNvSpPr txBox="1"/>
          <p:nvPr/>
        </p:nvSpPr>
        <p:spPr>
          <a:xfrm>
            <a:off x="8774310" y="2580294"/>
            <a:ext cx="380000" cy="400000"/>
          </a:xfrm>
          <a:prstGeom prst="rect">
            <a:avLst/>
          </a:prstGeom>
          <a:noFill/>
        </p:spPr>
        <p:txBody>
          <a:bodyPr wrap="square">
            <a:spAutoFit/>
          </a:bodyPr>
          <a:lstStyle/>
          <a:p>
            <a:pPr algn="ctr">
              <a:defRPr sz="2800" b="0">
                <a:solidFill>
                  <a:srgbClr val="F3A09F"/>
                </a:solidFill>
                <a:latin typeface="Inter"/>
              </a:defRPr>
            </a:pPr>
            <a:r>
              <a:rPr lang="de-DE" dirty="0"/>
              <a:t>→</a:t>
            </a:r>
          </a:p>
        </p:txBody>
      </p:sp>
      <p:sp>
        <p:nvSpPr>
          <p:cNvPr id="21" name="StepBox3"/>
          <p:cNvSpPr/>
          <p:nvPr/>
        </p:nvSpPr>
        <p:spPr>
          <a:xfrm>
            <a:off x="9158793" y="2080294"/>
            <a:ext cx="2500000" cy="1400000"/>
          </a:xfrm>
          <a:prstGeom prst="rect">
            <a:avLst/>
          </a:prstGeom>
          <a:solidFill>
            <a:srgbClr val="76263B"/>
          </a:solidFill>
          <a:ln>
            <a:solidFill>
              <a:schemeClr val="bg1"/>
            </a:solidFill>
          </a:ln>
        </p:spPr>
        <p:txBody>
          <a:bodyPr/>
          <a:lstStyle/>
          <a:p>
            <a:endParaRPr dirty="0"/>
          </a:p>
        </p:txBody>
      </p:sp>
      <p:sp>
        <p:nvSpPr>
          <p:cNvPr id="22" name="StepNum3"/>
          <p:cNvSpPr txBox="1"/>
          <p:nvPr/>
        </p:nvSpPr>
        <p:spPr>
          <a:xfrm>
            <a:off x="9164415" y="2084042"/>
            <a:ext cx="2200000" cy="400110"/>
          </a:xfrm>
          <a:prstGeom prst="rect">
            <a:avLst/>
          </a:prstGeom>
          <a:noFill/>
        </p:spPr>
        <p:txBody>
          <a:bodyPr wrap="square">
            <a:spAutoFit/>
          </a:bodyPr>
          <a:lstStyle/>
          <a:p>
            <a:pPr algn="l">
              <a:defRPr sz="2000" b="1">
                <a:solidFill>
                  <a:srgbClr val="000000"/>
                </a:solidFill>
                <a:latin typeface="Inter"/>
              </a:defRPr>
            </a:pPr>
            <a:r>
              <a:rPr lang="de-DE" dirty="0" b="1" cap="all">
                <a:latin typeface="Roboto Condensed"/>
              </a:rPr>
              <a:t>04</a:t>
            </a:r>
          </a:p>
        </p:txBody>
      </p:sp>
      <p:sp>
        <p:nvSpPr>
          <p:cNvPr id="23" name="StepLbl3"/>
          <p:cNvSpPr txBox="1"/>
          <p:nvPr/>
        </p:nvSpPr>
        <p:spPr>
          <a:xfrm>
            <a:off x="9268688" y="2600084"/>
            <a:ext cx="2200000" cy="523220"/>
          </a:xfrm>
          <a:prstGeom prst="rect">
            <a:avLst/>
          </a:prstGeom>
          <a:noFill/>
        </p:spPr>
        <p:txBody>
          <a:bodyPr wrap="square">
            <a:spAutoFit/>
          </a:bodyPr>
          <a:lstStyle/>
          <a:p>
            <a:pPr algn="ctr">
              <a:defRPr sz="2800" b="1">
                <a:solidFill>
                  <a:srgbClr val="000000"/>
                </a:solidFill>
                <a:latin typeface="Inter"/>
              </a:defRPr>
            </a:pPr>
            <a:r>
              <a:rPr lang="de-DE" dirty="0" sz="2200">
                <a:solidFill>
                  <a:schemeClr val="bg1"/>
                </a:solidFill>
              </a:rPr>
              <a:t>Entscheidung</a:t>
            </a:r>
          </a:p>
        </p:txBody>
      </p:sp>
      <p:sp>
        <p:nvSpPr>
          <p:cNvPr id="24" name="StepDesc3"/>
          <p:cNvSpPr txBox="1"/>
          <p:nvPr/>
        </p:nvSpPr>
        <p:spPr>
          <a:xfrm>
            <a:off x="9197058" y="3680294"/>
            <a:ext cx="2500000" cy="731520"/>
          </a:xfrm>
          <a:prstGeom prst="rect">
            <a:avLst/>
          </a:prstGeom>
          <a:noFill/>
        </p:spPr>
        <p:txBody>
          <a:bodyPr wrap="square">
            <a:spAutoFit/>
          </a:bodyPr>
          <a:lstStyle/>
          <a:p>
            <a:pPr algn="ctr">
              <a:defRPr sz="1600" b="0">
                <a:solidFill>
                  <a:srgbClr val="8888A0"/>
                </a:solidFill>
                <a:latin typeface="Inter"/>
              </a:defRPr>
            </a:pPr>
            <a:r>
              <a:rPr lang="de-DE" dirty="0">
                <a:solidFill/>
              </a:rPr>
              <a:t>Ich lese, korrigiere und bewerte</a:t>
            </a:r>
          </a:p>
        </p:txBody>
      </p:sp>
      <p:sp>
        <p:nvSpPr>
          <p:cNvPr id="25" name="StepNum2">
            <a:extLst>
              <a:ext uri="{FF2B5EF4-FFF2-40B4-BE49-F238E27FC236}">
                <a16:creationId xmlns:a16="http://schemas.microsoft.com/office/drawing/2014/main" id="{69B1478A-DA2B-4AF8-9CE1-D85EC2D822EA}"/>
              </a:ext>
            </a:extLst>
          </p:cNvPr>
          <p:cNvSpPr txBox="1"/>
          <p:nvPr/>
        </p:nvSpPr>
        <p:spPr>
          <a:xfrm>
            <a:off x="405487" y="2082455"/>
            <a:ext cx="2200000" cy="400110"/>
          </a:xfrm>
          <a:prstGeom prst="rect">
            <a:avLst/>
          </a:prstGeom>
          <a:noFill/>
        </p:spPr>
        <p:txBody>
          <a:bodyPr wrap="square">
            <a:spAutoFit/>
          </a:bodyPr>
          <a:lstStyle/>
          <a:p>
            <a:pPr algn="l">
              <a:defRPr sz="2000" b="1">
                <a:solidFill>
                  <a:srgbClr val="000000"/>
                </a:solidFill>
                <a:latin typeface="Inter"/>
              </a:defRPr>
            </a:pPr>
            <a:r>
              <a:rPr lang="de-DE" dirty="0" b="1" cap="all">
                <a:latin typeface="Roboto Condensed"/>
              </a:rPr>
              <a:t>01</a:t>
            </a:r>
          </a:p>
        </p:txBody>
      </p:sp>
      <p:sp>
        <p:nvSpPr>
          <p:cNvPr id="26" name="StepNum3">
            <a:extLst>
              <a:ext uri="{FF2B5EF4-FFF2-40B4-BE49-F238E27FC236}">
                <a16:creationId xmlns:a16="http://schemas.microsoft.com/office/drawing/2014/main" id="{9915E7D0-859E-4ACB-ADDF-2B8376CA6530}"/>
              </a:ext>
            </a:extLst>
          </p:cNvPr>
          <p:cNvSpPr txBox="1"/>
          <p:nvPr/>
        </p:nvSpPr>
        <p:spPr>
          <a:xfrm>
            <a:off x="3303928" y="2082455"/>
            <a:ext cx="2200000" cy="400110"/>
          </a:xfrm>
          <a:prstGeom prst="rect">
            <a:avLst/>
          </a:prstGeom>
          <a:noFill/>
        </p:spPr>
        <p:txBody>
          <a:bodyPr wrap="square">
            <a:spAutoFit/>
          </a:bodyPr>
          <a:lstStyle/>
          <a:p>
            <a:pPr algn="l">
              <a:defRPr sz="2000" b="1">
                <a:solidFill>
                  <a:srgbClr val="000000"/>
                </a:solidFill>
                <a:latin typeface="Inter"/>
              </a:defRPr>
            </a:pPr>
            <a:r>
              <a:rPr lang="de-DE" dirty="0" b="1" cap="all">
                <a:latin typeface="Roboto Condensed"/>
              </a:rPr>
              <a:t>02</a:t>
            </a:r>
          </a:p>
        </p:txBody>
      </p:sp>
      <p:sp>
        <p:nvSpPr>
          <p:cNvPr id="27" name="Titel 1">
            <a:extLst>
              <a:ext uri="{FF2B5EF4-FFF2-40B4-BE49-F238E27FC236}">
                <a16:creationId xmlns:a16="http://schemas.microsoft.com/office/drawing/2014/main" id="{1A3E3A1E-4092-40AB-91AA-FA7569AA392F}"/>
              </a:ext>
            </a:extLst>
          </p:cNvPr>
          <p:cNvSpPr txBox="1">
            <a:spLocks/>
          </p:cNvSpPr>
          <p:nvPr/>
        </p:nvSpPr>
        <p:spPr>
          <a:xfrm>
            <a:off x="405487" y="4893375"/>
            <a:ext cx="11155680" cy="636740"/>
          </a:xfrm>
          <a:prstGeom prst="rect">
            <a:avLst/>
          </a:prstGeom>
        </p:spPr>
        <p:txBody>
          <a:bodyPr/>
          <a:lstStyle>
            <a:lvl1pPr algn="l" defTabSz="914400" rtl="0" eaLnBrk="1" latinLnBrk="0" hangingPunct="1">
              <a:lnSpc>
                <a:spcPct val="90000"/>
              </a:lnSpc>
              <a:spcBef>
                <a:spcPct val="0"/>
              </a:spcBef>
              <a:buNone/>
              <a:defRPr sz="4000" kern="1200">
                <a:solidFill>
                  <a:schemeClr val="bg1"/>
                </a:solidFill>
                <a:latin typeface="+mj-lt"/>
                <a:ea typeface="+mj-ea"/>
                <a:cs typeface="+mj-cs"/>
              </a:defRPr>
            </a:lvl1pPr>
          </a:lstStyle>
          <a:p>
            <a:pPr algn="ctr"/>
            <a:r>
              <a:rPr lang="de-DE" dirty="0" sz="2800" b="1" cap="all">
                <a:solidFill>
                  <a:srgbClr val="F4EFE4"/>
                </a:solidFill>
                <a:latin typeface="Roboto Condensed"/>
              </a:rPr>
              <a:t>Der Agent macht die Vorarbeit. Das Urteil bleibt beim Menschen.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50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fade">
                                      <p:cBhvr>
                                        <p:cTn id="36" dur="500"/>
                                        <p:tgtEl>
                                          <p:spTgt spid="2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500"/>
                                        <p:tgtEl>
                                          <p:spTgt spid="20"/>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50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50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500"/>
                                        <p:tgtEl>
                                          <p:spTgt spid="24"/>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P spid="9" grpId="0"/>
      <p:bldP spid="10" grpId="0"/>
      <p:bldP spid="11" grpId="0" animBg="1"/>
      <p:bldP spid="13" grpId="0"/>
      <p:bldP spid="14" grpId="0"/>
      <p:bldP spid="15" grpId="0"/>
      <p:bldP spid="16" grpId="0" animBg="1"/>
      <p:bldP spid="17" grpId="0"/>
      <p:bldP spid="18" grpId="0"/>
      <p:bldP spid="19" grpId="0"/>
      <p:bldP spid="20" grpId="0"/>
      <p:bldP spid="21" grpId="0" animBg="1"/>
      <p:bldP spid="22" grpId="0"/>
      <p:bldP spid="23" grpId="0"/>
      <p:bldP spid="24" grpId="0"/>
      <p:bldP spid="25" grpId="0"/>
      <p:bldP spid="26" grpId="0"/>
      <p:bldP spid="2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0412A8-C89B-4F44-8CFC-173A8F87B0E0}"/>
              </a:ext>
            </a:extLst>
          </p:cNvPr>
          <p:cNvSpPr>
            <a:spLocks noGrp="1"/>
          </p:cNvSpPr>
          <p:nvPr>
            <p:ph type="title"/>
          </p:nvPr>
        </p:nvSpPr>
        <p:spPr/>
        <p:txBody>
          <a:bodyPr/>
          <a:lstStyle/>
          <a:p>
            <a:pPr>
              <a:tabLst>
                <a:tab pos="2955925" algn="l"/>
              </a:tabLst>
            </a:pPr>
            <a:r>
              <a:rPr lang="de-DE" sz="4000" b="1" dirty="0" cap="all">
                <a:solidFill>
                  <a:srgbClr val="F4EFE4"/>
                </a:solidFill>
                <a:latin typeface="Roboto Condensed"/>
              </a:rPr>
              <a:t>Was sich beim Agenten </a:t>
            </a:r>
            <a:r>
              <a:rPr lang="de-DE" sz="4000" b="1" dirty="0" cap="all">
                <a:solidFill>
                  <a:srgbClr val="F3A09F"/>
                </a:solidFill>
                <a:latin typeface="Roboto Condensed"/>
              </a:rPr>
              <a:t>ändert.</a:t>
            </a:r>
            <a:endParaRPr lang="de-DE" b="1" dirty="0">
              <a:solidFill>
                <a:srgbClr val="F3A09F"/>
              </a:solidFill>
              <a:latin typeface="Inter" panose="00000500000000000000" pitchFamily="2" charset="0"/>
            </a:endParaRPr>
          </a:p>
        </p:txBody>
      </p:sp>
      <p:sp>
        <p:nvSpPr>
          <p:cNvPr id="11" name="STag">
            <a:extLst>
              <a:ext uri="{FF2B5EF4-FFF2-40B4-BE49-F238E27FC236}">
                <a16:creationId xmlns:a16="http://schemas.microsoft.com/office/drawing/2014/main" id="{42781089-9A2C-49A0-A2A9-7C7A5AFC9712}"/>
              </a:ext>
            </a:extLst>
          </p:cNvPr>
          <p:cNvSpPr txBox="1"/>
          <p:nvPr/>
        </p:nvSpPr>
        <p:spPr>
          <a:xfrm>
            <a:off x="493714" y="386121"/>
            <a:ext cx="3200000" cy="230832"/>
          </a:xfrm>
          <a:prstGeom prst="rect">
            <a:avLst/>
          </a:prstGeom>
          <a:noFill/>
        </p:spPr>
        <p:txBody>
          <a:bodyPr wrap="square">
            <a:spAutoFit/>
          </a:bodyPr>
          <a:lstStyle/>
          <a:p>
            <a:pPr algn="l">
              <a:defRPr sz="900" b="1">
                <a:solidFill>
                  <a:srgbClr val="F3A09F"/>
                </a:solidFill>
                <a:latin typeface="Inter"/>
              </a:defRPr>
            </a:pPr>
            <a:r>
              <a:rPr lang="de-DE" dirty="0">
                <a:solidFill/>
              </a:rPr>
              <a:t>VOM CHATBOT ZUM AGENTEN · EINORDNUNG</a:t>
            </a:r>
            <a:endParaRPr dirty="0"/>
          </a:p>
        </p:txBody>
      </p:sp>
      <p:graphicFrame>
        <p:nvGraphicFramePr>
          <p:cNvPr id="80" name="Tabelle Hebel"/>
          <p:cNvGraphicFramePr>
            <a:graphicFrameLocks noGrp="1"/>
          </p:cNvGraphicFramePr>
          <p:nvPr/>
        </p:nvGraphicFramePr>
        <p:xfrm>
          <a:off x="563880" y="1554480"/>
          <a:ext cx="11064240" cy="2820000"/>
        </p:xfrm>
        <a:graphic>
          <a:graphicData uri="http://schemas.openxmlformats.org/drawingml/2006/table">
            <a:tbl>
              <a:tblPr firstRow="1" bandRow="0"/>
              <a:tblGrid>
                <a:gridCol w="2700000"/>
                <a:gridCol w="4182120"/>
                <a:gridCol w="4182120"/>
              </a:tblGrid>
              <a:tr h="470000">
                <a:tc>
                  <a:txBody>
                    <a:bodyPr/>
                    <a:lstStyle/>
                    <a:p>
                      <a:pPr algn="l"/>
                      <a:endParaRPr lang="de-DE" sz="1600" dirty="0"/>
                    </a:p>
                  </a:txBody>
                  <a:tcPr marL="137160" marR="91440" marT="45720" marB="45720" anchor="ctr">
                    <a:lnL w="0">
                      <a:noFill/>
                    </a:lnL>
                    <a:lnR w="0">
                      <a:noFill/>
                    </a:lnR>
                    <a:lnT w="12700">
                      <a:solidFill>
                        <a:srgbClr val="0A0A0A"/>
                      </a:solidFill>
                    </a:lnT>
                    <a:lnB w="12700">
                      <a:solidFill>
                        <a:srgbClr val="0A0A0A"/>
                      </a:solidFill>
                    </a:lnB>
                    <a:noFill/>
                  </a:tcPr>
                </a:tc>
                <a:tc>
                  <a:txBody>
                    <a:bodyPr/>
                    <a:lstStyle/>
                    <a:p>
                      <a:pPr algn="l"/>
                      <a:r>
                        <a:rPr lang="de-DE" sz="2000" b="1" dirty="0">
                          <a:solidFill>
                            <a:srgbClr val="DCD6CB"/>
                          </a:solidFill>
                          <a:latin typeface="Roboto Condensed"/>
                        </a:rPr>
                        <a:t>Chatbot</a:t>
                      </a:r>
                      <a:endParaRPr lang="de-DE" sz="2000" dirty="0"/>
                    </a:p>
                  </a:txBody>
                  <a:tcPr marL="137160" marR="91440" marT="45720" marB="45720" anchor="ctr">
                    <a:lnL w="0">
                      <a:noFill/>
                    </a:lnL>
                    <a:lnR w="0">
                      <a:noFill/>
                    </a:lnR>
                    <a:lnT w="12700">
                      <a:solidFill>
                        <a:srgbClr val="0A0A0A"/>
                      </a:solidFill>
                    </a:lnT>
                    <a:lnB w="12700">
                      <a:solidFill>
                        <a:srgbClr val="0A0A0A"/>
                      </a:solidFill>
                    </a:lnB>
                    <a:solidFill>
                      <a:srgbClr val="2B1D22"/>
                    </a:solidFill>
                  </a:tcPr>
                </a:tc>
                <a:tc>
                  <a:txBody>
                    <a:bodyPr/>
                    <a:lstStyle/>
                    <a:p>
                      <a:pPr algn="l"/>
                      <a:r>
                        <a:rPr lang="de-DE" sz="2000" b="1" dirty="0">
                          <a:solidFill>
                            <a:srgbClr val="FFFFFF"/>
                          </a:solidFill>
                          <a:latin typeface="Roboto Condensed"/>
                        </a:rPr>
                        <a:t>Agent</a:t>
                      </a:r>
                      <a:endParaRPr lang="de-DE" sz="2000" dirty="0"/>
                    </a:p>
                  </a:txBody>
                  <a:tcPr marL="137160" marR="91440" marT="45720" marB="45720" anchor="ctr">
                    <a:lnL w="0">
                      <a:noFill/>
                    </a:lnL>
                    <a:lnR w="0">
                      <a:noFill/>
                    </a:lnR>
                    <a:lnT w="12700">
                      <a:solidFill>
                        <a:srgbClr val="0A0A0A"/>
                      </a:solidFill>
                    </a:lnT>
                    <a:lnB w="12700">
                      <a:solidFill>
                        <a:srgbClr val="0A0A0A"/>
                      </a:solidFill>
                    </a:lnB>
                    <a:solidFill>
                      <a:srgbClr val="76263B"/>
                    </a:solidFill>
                  </a:tcPr>
                </a:tc>
              </a:tr>
              <a:tr h="470000">
                <a:tc>
                  <a:txBody>
                    <a:bodyPr/>
                    <a:lstStyle/>
                    <a:p>
                      <a:pPr algn="l"/>
                      <a:r>
                        <a:rPr lang="de-DE" sz="1600" b="1" dirty="0">
                          <a:solidFill>
                            <a:srgbClr val="F3A09F"/>
                          </a:solidFill>
                          <a:latin typeface="Roboto Condensed"/>
                        </a:rPr>
                        <a:t>Häufigkeit</a:t>
                      </a:r>
                      <a:endParaRPr lang="de-DE" sz="1600" dirty="0"/>
                    </a:p>
                  </a:txBody>
                  <a:tcPr marL="137160" marR="91440" marT="45720" marB="45720" anchor="ctr">
                    <a:lnL w="0">
                      <a:noFill/>
                    </a:lnL>
                    <a:lnR w="0">
                      <a:noFill/>
                    </a:lnR>
                    <a:lnT w="12700">
                      <a:solidFill>
                        <a:srgbClr val="0A0A0A"/>
                      </a:solidFill>
                    </a:lnT>
                    <a:lnB w="12700">
                      <a:solidFill>
                        <a:srgbClr val="0A0A0A"/>
                      </a:solidFill>
                    </a:lnB>
                    <a:solidFill>
                      <a:srgbClr val="1A1214"/>
                    </a:solidFill>
                  </a:tcPr>
                </a:tc>
                <a:tc>
                  <a:txBody>
                    <a:bodyPr/>
                    <a:lstStyle/>
                    <a:p>
                      <a:pPr algn="l"/>
                      <a:r>
                        <a:rPr lang="de-DE" sz="1500" b="0" dirty="0">
                          <a:solidFill>
                            <a:srgbClr val="DCD6CB"/>
                          </a:solidFill>
                          <a:latin typeface="Inter"/>
                        </a:rPr>
                        <a:t>bei jeder Eingabe</a:t>
                      </a:r>
                      <a:endParaRPr lang="de-DE" sz="1500" dirty="0"/>
                    </a:p>
                  </a:txBody>
                  <a:tcPr marL="137160" marR="91440" marT="45720" marB="45720" anchor="ctr">
                    <a:lnL w="0">
                      <a:noFill/>
                    </a:lnL>
                    <a:lnR w="0">
                      <a:noFill/>
                    </a:lnR>
                    <a:lnT w="12700">
                      <a:solidFill>
                        <a:srgbClr val="0A0A0A"/>
                      </a:solidFill>
                    </a:lnT>
                    <a:lnB w="12700">
                      <a:solidFill>
                        <a:srgbClr val="0A0A0A"/>
                      </a:solidFill>
                    </a:lnB>
                    <a:solidFill>
                      <a:srgbClr val="2B1D22"/>
                    </a:solidFill>
                  </a:tcPr>
                </a:tc>
                <a:tc>
                  <a:txBody>
                    <a:bodyPr/>
                    <a:lstStyle/>
                    <a:p>
                      <a:pPr algn="l"/>
                      <a:r>
                        <a:rPr lang="de-DE" sz="1500" b="0" dirty="0">
                          <a:solidFill>
                            <a:srgbClr val="F4EFE4"/>
                          </a:solidFill>
                          <a:latin typeface="Inter"/>
                        </a:rPr>
                        <a:t>einmal, bei der Einrichtung</a:t>
                      </a:r>
                      <a:endParaRPr lang="de-DE" sz="1500" dirty="0"/>
                    </a:p>
                  </a:txBody>
                  <a:tcPr marL="137160" marR="91440" marT="45720" marB="45720" anchor="ctr">
                    <a:lnL w="0">
                      <a:noFill/>
                    </a:lnL>
                    <a:lnR w="0">
                      <a:noFill/>
                    </a:lnR>
                    <a:lnT w="12700">
                      <a:solidFill>
                        <a:srgbClr val="0A0A0A"/>
                      </a:solidFill>
                    </a:lnT>
                    <a:lnB w="12700">
                      <a:solidFill>
                        <a:srgbClr val="0A0A0A"/>
                      </a:solidFill>
                    </a:lnB>
                    <a:solidFill>
                      <a:srgbClr val="3A2128"/>
                    </a:solidFill>
                  </a:tcPr>
                </a:tc>
              </a:tr>
              <a:tr h="470000">
                <a:tc>
                  <a:txBody>
                    <a:bodyPr/>
                    <a:lstStyle/>
                    <a:p>
                      <a:pPr algn="l"/>
                      <a:r>
                        <a:rPr lang="de-DE" sz="1600" b="1" dirty="0">
                          <a:solidFill>
                            <a:srgbClr val="F3A09F"/>
                          </a:solidFill>
                          <a:latin typeface="Roboto Condensed"/>
                        </a:rPr>
                        <a:t>Reichweite</a:t>
                      </a:r>
                      <a:endParaRPr lang="de-DE" sz="1600" dirty="0"/>
                    </a:p>
                  </a:txBody>
                  <a:tcPr marL="137160" marR="91440" marT="45720" marB="45720" anchor="ctr">
                    <a:lnL w="0">
                      <a:noFill/>
                    </a:lnL>
                    <a:lnR w="0">
                      <a:noFill/>
                    </a:lnR>
                    <a:lnT w="12700">
                      <a:solidFill>
                        <a:srgbClr val="0A0A0A"/>
                      </a:solidFill>
                    </a:lnT>
                    <a:lnB w="12700">
                      <a:solidFill>
                        <a:srgbClr val="0A0A0A"/>
                      </a:solidFill>
                    </a:lnB>
                    <a:solidFill>
                      <a:srgbClr val="1A1214"/>
                    </a:solidFill>
                  </a:tcPr>
                </a:tc>
                <a:tc>
                  <a:txBody>
                    <a:bodyPr/>
                    <a:lstStyle/>
                    <a:p>
                      <a:pPr algn="l"/>
                      <a:r>
                        <a:rPr lang="de-DE" sz="1500" b="0" dirty="0">
                          <a:solidFill>
                            <a:srgbClr val="DCD6CB"/>
                          </a:solidFill>
                          <a:latin typeface="Inter"/>
                        </a:rPr>
                        <a:t>eine Antwort</a:t>
                      </a:r>
                      <a:endParaRPr lang="de-DE" sz="1500" dirty="0"/>
                    </a:p>
                  </a:txBody>
                  <a:tcPr marL="137160" marR="91440" marT="45720" marB="45720" anchor="ctr">
                    <a:lnL w="0">
                      <a:noFill/>
                    </a:lnL>
                    <a:lnR w="0">
                      <a:noFill/>
                    </a:lnR>
                    <a:lnT w="12700">
                      <a:solidFill>
                        <a:srgbClr val="0A0A0A"/>
                      </a:solidFill>
                    </a:lnT>
                    <a:lnB w="12700">
                      <a:solidFill>
                        <a:srgbClr val="0A0A0A"/>
                      </a:solidFill>
                    </a:lnB>
                    <a:solidFill>
                      <a:srgbClr val="2B1D22"/>
                    </a:solidFill>
                  </a:tcPr>
                </a:tc>
                <a:tc>
                  <a:txBody>
                    <a:bodyPr/>
                    <a:lstStyle/>
                    <a:p>
                      <a:pPr algn="l"/>
                      <a:r>
                        <a:rPr lang="de-DE" sz="1500" b="0" dirty="0">
                          <a:solidFill>
                            <a:srgbClr val="F4EFE4"/>
                          </a:solidFill>
                          <a:latin typeface="Inter"/>
                        </a:rPr>
                        <a:t>viele Handlungen in einer Kette</a:t>
                      </a:r>
                      <a:endParaRPr lang="de-DE" sz="1500" dirty="0"/>
                    </a:p>
                  </a:txBody>
                  <a:tcPr marL="137160" marR="91440" marT="45720" marB="45720" anchor="ctr">
                    <a:lnL w="0">
                      <a:noFill/>
                    </a:lnL>
                    <a:lnR w="0">
                      <a:noFill/>
                    </a:lnR>
                    <a:lnT w="12700">
                      <a:solidFill>
                        <a:srgbClr val="0A0A0A"/>
                      </a:solidFill>
                    </a:lnT>
                    <a:lnB w="12700">
                      <a:solidFill>
                        <a:srgbClr val="0A0A0A"/>
                      </a:solidFill>
                    </a:lnB>
                    <a:solidFill>
                      <a:srgbClr val="3A2128"/>
                    </a:solidFill>
                  </a:tcPr>
                </a:tc>
              </a:tr>
              <a:tr h="470000">
                <a:tc>
                  <a:txBody>
                    <a:bodyPr/>
                    <a:lstStyle/>
                    <a:p>
                      <a:pPr algn="l"/>
                      <a:r>
                        <a:rPr lang="de-DE" sz="1600" b="1" dirty="0">
                          <a:solidFill>
                            <a:srgbClr val="F3A09F"/>
                          </a:solidFill>
                          <a:latin typeface="Roboto Condensed"/>
                        </a:rPr>
                        <a:t>Sichtbarkeit</a:t>
                      </a:r>
                      <a:endParaRPr lang="de-DE" sz="1600" dirty="0"/>
                    </a:p>
                  </a:txBody>
                  <a:tcPr marL="137160" marR="91440" marT="45720" marB="45720" anchor="ctr">
                    <a:lnL w="0">
                      <a:noFill/>
                    </a:lnL>
                    <a:lnR w="0">
                      <a:noFill/>
                    </a:lnR>
                    <a:lnT w="12700">
                      <a:solidFill>
                        <a:srgbClr val="0A0A0A"/>
                      </a:solidFill>
                    </a:lnT>
                    <a:lnB w="12700">
                      <a:solidFill>
                        <a:srgbClr val="0A0A0A"/>
                      </a:solidFill>
                    </a:lnB>
                    <a:solidFill>
                      <a:srgbClr val="1A1214"/>
                    </a:solidFill>
                  </a:tcPr>
                </a:tc>
                <a:tc>
                  <a:txBody>
                    <a:bodyPr/>
                    <a:lstStyle/>
                    <a:p>
                      <a:pPr algn="l"/>
                      <a:r>
                        <a:rPr lang="de-DE" sz="1500" b="0" dirty="0">
                          <a:solidFill>
                            <a:srgbClr val="DCD6CB"/>
                          </a:solidFill>
                          <a:latin typeface="Inter"/>
                        </a:rPr>
                        <a:t>im Chatverlauf lesbar</a:t>
                      </a:r>
                      <a:endParaRPr lang="de-DE" sz="1500" dirty="0"/>
                    </a:p>
                  </a:txBody>
                  <a:tcPr marL="137160" marR="91440" marT="45720" marB="45720" anchor="ctr">
                    <a:lnL w="0">
                      <a:noFill/>
                    </a:lnL>
                    <a:lnR w="0">
                      <a:noFill/>
                    </a:lnR>
                    <a:lnT w="12700">
                      <a:solidFill>
                        <a:srgbClr val="0A0A0A"/>
                      </a:solidFill>
                    </a:lnT>
                    <a:lnB w="12700">
                      <a:solidFill>
                        <a:srgbClr val="0A0A0A"/>
                      </a:solidFill>
                    </a:lnB>
                    <a:solidFill>
                      <a:srgbClr val="2B1D22"/>
                    </a:solidFill>
                  </a:tcPr>
                </a:tc>
                <a:tc>
                  <a:txBody>
                    <a:bodyPr/>
                    <a:lstStyle/>
                    <a:p>
                      <a:pPr algn="l"/>
                      <a:r>
                        <a:rPr lang="de-DE" sz="1500" b="0" dirty="0">
                          <a:solidFill>
                            <a:srgbClr val="F4EFE4"/>
                          </a:solidFill>
                          <a:latin typeface="Inter"/>
                        </a:rPr>
                        <a:t>in der Konfiguration verborgen</a:t>
                      </a:r>
                      <a:endParaRPr lang="de-DE" sz="1500" dirty="0"/>
                    </a:p>
                  </a:txBody>
                  <a:tcPr marL="137160" marR="91440" marT="45720" marB="45720" anchor="ctr">
                    <a:lnL w="0">
                      <a:noFill/>
                    </a:lnL>
                    <a:lnR w="0">
                      <a:noFill/>
                    </a:lnR>
                    <a:lnT w="12700">
                      <a:solidFill>
                        <a:srgbClr val="0A0A0A"/>
                      </a:solidFill>
                    </a:lnT>
                    <a:lnB w="12700">
                      <a:solidFill>
                        <a:srgbClr val="0A0A0A"/>
                      </a:solidFill>
                    </a:lnB>
                    <a:solidFill>
                      <a:srgbClr val="3A2128"/>
                    </a:solidFill>
                  </a:tcPr>
                </a:tc>
              </a:tr>
              <a:tr h="470000">
                <a:tc>
                  <a:txBody>
                    <a:bodyPr/>
                    <a:lstStyle/>
                    <a:p>
                      <a:pPr algn="l"/>
                      <a:r>
                        <a:rPr lang="de-DE" sz="1600" b="1" dirty="0">
                          <a:solidFill>
                            <a:srgbClr val="F3A09F"/>
                          </a:solidFill>
                          <a:latin typeface="Roboto Condensed"/>
                        </a:rPr>
                        <a:t>Korrigierbarkeit</a:t>
                      </a:r>
                      <a:endParaRPr lang="de-DE" sz="1600" dirty="0"/>
                    </a:p>
                  </a:txBody>
                  <a:tcPr marL="137160" marR="91440" marT="45720" marB="45720" anchor="ctr">
                    <a:lnL w="0">
                      <a:noFill/>
                    </a:lnL>
                    <a:lnR w="0">
                      <a:noFill/>
                    </a:lnR>
                    <a:lnT w="12700">
                      <a:solidFill>
                        <a:srgbClr val="0A0A0A"/>
                      </a:solidFill>
                    </a:lnT>
                    <a:lnB w="12700">
                      <a:solidFill>
                        <a:srgbClr val="0A0A0A"/>
                      </a:solidFill>
                    </a:lnB>
                    <a:solidFill>
                      <a:srgbClr val="1A1214"/>
                    </a:solidFill>
                  </a:tcPr>
                </a:tc>
                <a:tc>
                  <a:txBody>
                    <a:bodyPr/>
                    <a:lstStyle/>
                    <a:p>
                      <a:pPr algn="l"/>
                      <a:r>
                        <a:rPr lang="de-DE" sz="1500" b="0" dirty="0">
                          <a:solidFill>
                            <a:srgbClr val="DCD6CB"/>
                          </a:solidFill>
                          <a:latin typeface="Inter"/>
                        </a:rPr>
                        <a:t>in der nächsten Runde</a:t>
                      </a:r>
                      <a:endParaRPr lang="de-DE" sz="1500" dirty="0"/>
                    </a:p>
                  </a:txBody>
                  <a:tcPr marL="137160" marR="91440" marT="45720" marB="45720" anchor="ctr">
                    <a:lnL w="0">
                      <a:noFill/>
                    </a:lnL>
                    <a:lnR w="0">
                      <a:noFill/>
                    </a:lnR>
                    <a:lnT w="12700">
                      <a:solidFill>
                        <a:srgbClr val="0A0A0A"/>
                      </a:solidFill>
                    </a:lnT>
                    <a:lnB w="12700">
                      <a:solidFill>
                        <a:srgbClr val="0A0A0A"/>
                      </a:solidFill>
                    </a:lnB>
                    <a:solidFill>
                      <a:srgbClr val="2B1D22"/>
                    </a:solidFill>
                  </a:tcPr>
                </a:tc>
                <a:tc>
                  <a:txBody>
                    <a:bodyPr/>
                    <a:lstStyle/>
                    <a:p>
                      <a:pPr algn="l"/>
                      <a:r>
                        <a:rPr lang="de-DE" sz="1500" b="0" dirty="0">
                          <a:solidFill>
                            <a:srgbClr val="F4EFE4"/>
                          </a:solidFill>
                          <a:latin typeface="Inter"/>
                        </a:rPr>
                        <a:t>erst später, Ursache schwer zu finden</a:t>
                      </a:r>
                      <a:endParaRPr lang="de-DE" sz="1500" dirty="0"/>
                    </a:p>
                  </a:txBody>
                  <a:tcPr marL="137160" marR="91440" marT="45720" marB="45720" anchor="ctr">
                    <a:lnL w="0">
                      <a:noFill/>
                    </a:lnL>
                    <a:lnR w="0">
                      <a:noFill/>
                    </a:lnR>
                    <a:lnT w="12700">
                      <a:solidFill>
                        <a:srgbClr val="0A0A0A"/>
                      </a:solidFill>
                    </a:lnT>
                    <a:lnB w="12700">
                      <a:solidFill>
                        <a:srgbClr val="0A0A0A"/>
                      </a:solidFill>
                    </a:lnB>
                    <a:solidFill>
                      <a:srgbClr val="3A2128"/>
                    </a:solidFill>
                  </a:tcPr>
                </a:tc>
              </a:tr>
              <a:tr h="470000">
                <a:tc>
                  <a:txBody>
                    <a:bodyPr/>
                    <a:lstStyle/>
                    <a:p>
                      <a:pPr algn="l"/>
                      <a:r>
                        <a:rPr lang="de-DE" sz="1600" b="1" dirty="0">
                          <a:solidFill>
                            <a:srgbClr val="F3A09F"/>
                          </a:solidFill>
                          <a:latin typeface="Roboto Condensed"/>
                        </a:rPr>
                        <a:t>Typischer Fehler</a:t>
                      </a:r>
                      <a:endParaRPr lang="de-DE" sz="1600" dirty="0"/>
                    </a:p>
                  </a:txBody>
                  <a:tcPr marL="137160" marR="91440" marT="45720" marB="45720" anchor="ctr">
                    <a:lnL w="0">
                      <a:noFill/>
                    </a:lnL>
                    <a:lnR w="0">
                      <a:noFill/>
                    </a:lnR>
                    <a:lnT w="12700">
                      <a:solidFill>
                        <a:srgbClr val="0A0A0A"/>
                      </a:solidFill>
                    </a:lnT>
                    <a:lnB w="12700">
                      <a:solidFill>
                        <a:srgbClr val="0A0A0A"/>
                      </a:solidFill>
                    </a:lnB>
                    <a:solidFill>
                      <a:srgbClr val="1A1214"/>
                    </a:solidFill>
                  </a:tcPr>
                </a:tc>
                <a:tc>
                  <a:txBody>
                    <a:bodyPr/>
                    <a:lstStyle/>
                    <a:p>
                      <a:pPr algn="l"/>
                      <a:r>
                        <a:rPr lang="de-DE" sz="1500" b="0" dirty="0">
                          <a:solidFill>
                            <a:srgbClr val="DCD6CB"/>
                          </a:solidFill>
                          <a:latin typeface="Inter"/>
                        </a:rPr>
                        <a:t>häufig, klein, korrigiert sich selbst</a:t>
                      </a:r>
                      <a:endParaRPr lang="de-DE" sz="1500" dirty="0"/>
                    </a:p>
                  </a:txBody>
                  <a:tcPr marL="137160" marR="91440" marT="45720" marB="45720" anchor="ctr">
                    <a:lnL w="0">
                      <a:noFill/>
                    </a:lnL>
                    <a:lnR w="0">
                      <a:noFill/>
                    </a:lnR>
                    <a:lnT w="12700">
                      <a:solidFill>
                        <a:srgbClr val="0A0A0A"/>
                      </a:solidFill>
                    </a:lnT>
                    <a:lnB w="12700">
                      <a:solidFill>
                        <a:srgbClr val="0A0A0A"/>
                      </a:solidFill>
                    </a:lnB>
                    <a:solidFill>
                      <a:srgbClr val="2B1D22"/>
                    </a:solidFill>
                  </a:tcPr>
                </a:tc>
                <a:tc>
                  <a:txBody>
                    <a:bodyPr/>
                    <a:lstStyle/>
                    <a:p>
                      <a:pPr algn="l"/>
                      <a:r>
                        <a:rPr lang="de-DE" sz="1500" b="1" dirty="0">
                          <a:solidFill>
                            <a:srgbClr val="F3A09F"/>
                          </a:solidFill>
                          <a:latin typeface="Roboto Condensed"/>
                        </a:rPr>
                        <a:t>selten, groß, spät entdeckt</a:t>
                      </a:r>
                      <a:endParaRPr lang="de-DE" sz="1500" dirty="0"/>
                    </a:p>
                  </a:txBody>
                  <a:tcPr marL="137160" marR="91440" marT="45720" marB="45720" anchor="ctr">
                    <a:lnL w="0">
                      <a:noFill/>
                    </a:lnL>
                    <a:lnR w="0">
                      <a:noFill/>
                    </a:lnR>
                    <a:lnT w="12700">
                      <a:solidFill>
                        <a:srgbClr val="0A0A0A"/>
                      </a:solidFill>
                    </a:lnT>
                    <a:lnB w="12700">
                      <a:solidFill>
                        <a:srgbClr val="0A0A0A"/>
                      </a:solidFill>
                    </a:lnB>
                    <a:solidFill>
                      <a:srgbClr val="3A2128"/>
                    </a:solidFill>
                  </a:tcPr>
                </a:tc>
              </a:tr>
            </a:tbl>
          </a:graphicData>
        </a:graphic>
      </p:graphicFrame>
      <p:sp>
        <p:nvSpPr>
          <p:cNvPr id="81" name="Kernsatz"/>
          <p:cNvSpPr txBox="1"/>
          <p:nvPr/>
        </p:nvSpPr>
        <p:spPr>
          <a:xfrm>
            <a:off x="563880" y="4634480"/>
            <a:ext cx="11064240" cy="420000"/>
          </a:xfrm>
          <a:prstGeom prst="rect">
            <a:avLst/>
          </a:prstGeom>
          <a:noFill/>
        </p:spPr>
        <p:txBody>
          <a:bodyPr wrap="square" lIns="0" tIns="0" rIns="0" bIns="0" anchor="ctr"/>
          <a:lstStyle/>
          <a:p>
            <a:pPr algn="ctr"/>
            <a:r>
              <a:rPr lang="de-DE" sz="2000" b="0" dirty="0">
                <a:solidFill>
                  <a:srgbClr val="F4EFE4"/>
                </a:solidFill>
                <a:latin typeface="Inter"/>
              </a:rPr>
              <a:t>Die Hebel wirken stärker – </a:t>
            </a:r>
            <a:r>
              <a:rPr lang="de-DE" sz="2000" b="1" dirty="0">
                <a:solidFill>
                  <a:srgbClr val="F3A09F"/>
                </a:solidFill>
                <a:latin typeface="Inter"/>
              </a:rPr>
              <a:t>und sind schlechter sichtbar.</a:t>
            </a:r>
          </a:p>
        </p:txBody>
      </p:sp>
      <p:sp>
        <p:nvSpPr>
          <p:cNvPr id="82" name="Beleg"/>
          <p:cNvSpPr txBox="1"/>
          <p:nvPr/>
        </p:nvSpPr>
        <p:spPr>
          <a:xfrm>
            <a:off x="563880" y="5154480"/>
            <a:ext cx="11064240" cy="380000"/>
          </a:xfrm>
          <a:prstGeom prst="rect">
            <a:avLst/>
          </a:prstGeom>
          <a:noFill/>
        </p:spPr>
        <p:txBody>
          <a:bodyPr wrap="square" lIns="0" tIns="0" rIns="0" bIns="0" anchor="ctr"/>
          <a:lstStyle/>
          <a:p>
            <a:pPr algn="ctr"/>
            <a:r>
              <a:rPr lang="de-DE" sz="1400" b="0" dirty="0">
                <a:solidFill>
                  <a:srgbClr val="DCD6CB"/>
                </a:solidFill>
                <a:latin typeface="Inter"/>
              </a:rPr>
              <a:t>Experiment mit Agenten (Anthropic, Sept. 2026): </a:t>
            </a:r>
            <a:r>
              <a:rPr lang="de-DE" sz="1400" b="1" dirty="0">
                <a:solidFill>
                  <a:srgbClr val="DCD6CB"/>
                </a:solidFill>
                <a:latin typeface="Inter"/>
              </a:rPr>
              <a:t>85 % des Verlusts lagen am ungenauen Briefing, nur 15 % am Ausführen.</a:t>
            </a:r>
          </a:p>
        </p:txBody>
      </p:sp>
      <p:sp>
        <p:nvSpPr>
          <p:cNvPr id="83" name="Quelle"/>
          <p:cNvSpPr txBox="1"/>
          <p:nvPr/>
        </p:nvSpPr>
        <p:spPr>
          <a:xfrm>
            <a:off x="563880" y="6080000"/>
            <a:ext cx="11064240" cy="230000"/>
          </a:xfrm>
          <a:prstGeom prst="rect">
            <a:avLst/>
          </a:prstGeom>
          <a:noFill/>
        </p:spPr>
        <p:txBody>
          <a:bodyPr wrap="square" lIns="0" tIns="0" rIns="0" bIns="0" anchor="ctr"/>
          <a:lstStyle/>
          <a:p>
            <a:pPr algn="ctr"/>
            <a:r>
              <a:rPr lang="de-DE" sz="900" dirty="0">
                <a:solidFill>
                  <a:srgbClr val="9C978D"/>
                </a:solidFill>
                <a:latin typeface="Inter"/>
              </a:rPr>
              <a:t>Roth (2026): The Impact Square, SSRN, DOI 10.2139/ssrn.7408718, Tab. 3 | Anthropic (24.09.2026): Project Swap – Herstellerstudie mit 201 Beschäftigten</a:t>
            </a:r>
          </a:p>
        </p:txBody>
      </p:sp>
    </p:spTree>
    <p:extLst>
      <p:ext uri="{BB962C8B-B14F-4D97-AF65-F5344CB8AC3E}">
        <p14:creationId xmlns:p14="http://schemas.microsoft.com/office/powerpoint/2010/main" val="780372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F3A09F"/>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Roboto Condensed"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712</Words>
  <Application>Microsoft Office PowerPoint</Application>
  <PresentationFormat>Breitbild</PresentationFormat>
  <Paragraphs>171</Paragraphs>
  <Slides>14</Slides>
  <Notes>0</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14</vt:i4>
      </vt:variant>
    </vt:vector>
  </HeadingPairs>
  <TitlesOfParts>
    <vt:vector size="21" baseType="lpstr">
      <vt:lpstr>Arial</vt:lpstr>
      <vt:lpstr>Calibri</vt:lpstr>
      <vt:lpstr>Calibri Light</vt:lpstr>
      <vt:lpstr>Courier New</vt:lpstr>
      <vt:lpstr>Titillium Web</vt:lpstr>
      <vt:lpstr>Trebuchet MS</vt:lpstr>
      <vt:lpstr>Office</vt:lpstr>
      <vt:lpstr>PowerPoint-Präsentation</vt:lpstr>
      <vt:lpstr>PowerPoint-Präsentation</vt:lpstr>
      <vt:lpstr>Kurze Frage.</vt:lpstr>
      <vt:lpstr>Aktuelle Zahlen zur KI-Realität.</vt:lpstr>
      <vt:lpstr>Wo stehen wir gerade?</vt:lpstr>
      <vt:lpstr>Was ein KI-Agent wirklich tut.</vt:lpstr>
      <vt:lpstr>Beispiel 1: Automatisierte Marktanalyse</vt:lpstr>
      <vt:lpstr>Beispiel 2: Automatisierte Angebotserstellung</vt:lpstr>
      <vt:lpstr>Beispiel 3: Allianz „Projekt Nemo“</vt:lpstr>
      <vt:lpstr>„KI-Potenzial vs. KI-Realität“</vt:lpstr>
      <vt:lpstr>Welche Prozesse können ersetzt werden?</vt:lpstr>
      <vt:lpstr>Drei Fragen für morgen früh.</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Roth Michael</dc:creator>
  <cp:lastModifiedBy>Roth Michael</cp:lastModifiedBy>
  <cp:revision>70</cp:revision>
  <dcterms:created xsi:type="dcterms:W3CDTF">2026-04-02T16:09:46Z</dcterms:created>
  <dcterms:modified xsi:type="dcterms:W3CDTF">2026-04-21T11:51:54Z</dcterms:modified>
</cp:coreProperties>
</file>